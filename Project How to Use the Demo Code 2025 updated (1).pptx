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94" r:id="rId4"/>
    <p:sldId id="257" r:id="rId5"/>
    <p:sldId id="289" r:id="rId6"/>
    <p:sldId id="259" r:id="rId7"/>
    <p:sldId id="258" r:id="rId8"/>
    <p:sldId id="290" r:id="rId9"/>
    <p:sldId id="291" r:id="rId10"/>
    <p:sldId id="292" r:id="rId11"/>
    <p:sldId id="276" r:id="rId12"/>
    <p:sldId id="29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11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686FE-B917-F5BC-5180-7ABCE518980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3B9E1822-CA0F-43C5-AC37-876F01A808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BC161789-0EFE-5B09-2340-9970F6DB11C5}"/>
              </a:ext>
            </a:extLst>
          </p:cNvPr>
          <p:cNvSpPr>
            <a:spLocks noGrp="1"/>
          </p:cNvSpPr>
          <p:nvPr>
            <p:ph type="dt" sz="half" idx="10"/>
          </p:nvPr>
        </p:nvSpPr>
        <p:spPr/>
        <p:txBody>
          <a:bodyPr/>
          <a:lstStyle/>
          <a:p>
            <a:fld id="{D5424D25-9FF7-4AA4-9297-CC6B0A2A1328}" type="datetimeFigureOut">
              <a:rPr lang="en-US" smtClean="0"/>
              <a:t>4/8/2025</a:t>
            </a:fld>
            <a:endParaRPr lang="en-US"/>
          </a:p>
        </p:txBody>
      </p:sp>
      <p:sp>
        <p:nvSpPr>
          <p:cNvPr id="5" name="页脚占位符 4">
            <a:extLst>
              <a:ext uri="{FF2B5EF4-FFF2-40B4-BE49-F238E27FC236}">
                <a16:creationId xmlns:a16="http://schemas.microsoft.com/office/drawing/2014/main" id="{2FD4E247-9D17-4609-A648-4249DCFE8812}"/>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A219604D-C126-EA80-B294-F11C9786EF2B}"/>
              </a:ext>
            </a:extLst>
          </p:cNvPr>
          <p:cNvSpPr>
            <a:spLocks noGrp="1"/>
          </p:cNvSpPr>
          <p:nvPr>
            <p:ph type="sldNum" sz="quarter" idx="12"/>
          </p:nvPr>
        </p:nvSpPr>
        <p:spPr/>
        <p:txBody>
          <a:bodyPr/>
          <a:lstStyle/>
          <a:p>
            <a:fld id="{45F2BE7A-E809-4BC5-BF24-CCBCD909EDF1}" type="slidenum">
              <a:rPr lang="en-US" smtClean="0"/>
              <a:t>‹#›</a:t>
            </a:fld>
            <a:endParaRPr lang="en-US"/>
          </a:p>
        </p:txBody>
      </p:sp>
    </p:spTree>
    <p:extLst>
      <p:ext uri="{BB962C8B-B14F-4D97-AF65-F5344CB8AC3E}">
        <p14:creationId xmlns:p14="http://schemas.microsoft.com/office/powerpoint/2010/main" val="3531003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327C63-CE9B-272C-744D-CF4A22AF6676}"/>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CEA1EEA9-D574-849B-090D-1A3C198F8A9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086633F4-6F82-450F-2383-34170EC02C77}"/>
              </a:ext>
            </a:extLst>
          </p:cNvPr>
          <p:cNvSpPr>
            <a:spLocks noGrp="1"/>
          </p:cNvSpPr>
          <p:nvPr>
            <p:ph type="dt" sz="half" idx="10"/>
          </p:nvPr>
        </p:nvSpPr>
        <p:spPr/>
        <p:txBody>
          <a:bodyPr/>
          <a:lstStyle/>
          <a:p>
            <a:fld id="{D5424D25-9FF7-4AA4-9297-CC6B0A2A1328}" type="datetimeFigureOut">
              <a:rPr lang="en-US" smtClean="0"/>
              <a:t>4/8/2025</a:t>
            </a:fld>
            <a:endParaRPr lang="en-US"/>
          </a:p>
        </p:txBody>
      </p:sp>
      <p:sp>
        <p:nvSpPr>
          <p:cNvPr id="5" name="页脚占位符 4">
            <a:extLst>
              <a:ext uri="{FF2B5EF4-FFF2-40B4-BE49-F238E27FC236}">
                <a16:creationId xmlns:a16="http://schemas.microsoft.com/office/drawing/2014/main" id="{70292C43-1C64-E1A4-900E-CBF11189CB66}"/>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F5CD97B-A489-9D59-2379-6CFDA6EADD32}"/>
              </a:ext>
            </a:extLst>
          </p:cNvPr>
          <p:cNvSpPr>
            <a:spLocks noGrp="1"/>
          </p:cNvSpPr>
          <p:nvPr>
            <p:ph type="sldNum" sz="quarter" idx="12"/>
          </p:nvPr>
        </p:nvSpPr>
        <p:spPr/>
        <p:txBody>
          <a:bodyPr/>
          <a:lstStyle/>
          <a:p>
            <a:fld id="{45F2BE7A-E809-4BC5-BF24-CCBCD909EDF1}" type="slidenum">
              <a:rPr lang="en-US" smtClean="0"/>
              <a:t>‹#›</a:t>
            </a:fld>
            <a:endParaRPr lang="en-US"/>
          </a:p>
        </p:txBody>
      </p:sp>
    </p:spTree>
    <p:extLst>
      <p:ext uri="{BB962C8B-B14F-4D97-AF65-F5344CB8AC3E}">
        <p14:creationId xmlns:p14="http://schemas.microsoft.com/office/powerpoint/2010/main" val="2835444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F6514D-C33C-E57B-D0D7-E58824D71AA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10E789AD-3543-DE5B-ABB8-F7DA5CF3BA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478323C-BF25-2F3A-DC0E-0C82B350B946}"/>
              </a:ext>
            </a:extLst>
          </p:cNvPr>
          <p:cNvSpPr>
            <a:spLocks noGrp="1"/>
          </p:cNvSpPr>
          <p:nvPr>
            <p:ph type="dt" sz="half" idx="10"/>
          </p:nvPr>
        </p:nvSpPr>
        <p:spPr/>
        <p:txBody>
          <a:bodyPr/>
          <a:lstStyle/>
          <a:p>
            <a:fld id="{D5424D25-9FF7-4AA4-9297-CC6B0A2A1328}" type="datetimeFigureOut">
              <a:rPr lang="en-US" smtClean="0"/>
              <a:t>4/8/2025</a:t>
            </a:fld>
            <a:endParaRPr lang="en-US"/>
          </a:p>
        </p:txBody>
      </p:sp>
      <p:sp>
        <p:nvSpPr>
          <p:cNvPr id="5" name="页脚占位符 4">
            <a:extLst>
              <a:ext uri="{FF2B5EF4-FFF2-40B4-BE49-F238E27FC236}">
                <a16:creationId xmlns:a16="http://schemas.microsoft.com/office/drawing/2014/main" id="{A0848ED4-D3C3-D1E0-E402-5A6029D45B1C}"/>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3DF1CF73-E77A-DB85-A017-724C81BCE362}"/>
              </a:ext>
            </a:extLst>
          </p:cNvPr>
          <p:cNvSpPr>
            <a:spLocks noGrp="1"/>
          </p:cNvSpPr>
          <p:nvPr>
            <p:ph type="sldNum" sz="quarter" idx="12"/>
          </p:nvPr>
        </p:nvSpPr>
        <p:spPr/>
        <p:txBody>
          <a:bodyPr/>
          <a:lstStyle/>
          <a:p>
            <a:fld id="{45F2BE7A-E809-4BC5-BF24-CCBCD909EDF1}" type="slidenum">
              <a:rPr lang="en-US" smtClean="0"/>
              <a:t>‹#›</a:t>
            </a:fld>
            <a:endParaRPr lang="en-US"/>
          </a:p>
        </p:txBody>
      </p:sp>
    </p:spTree>
    <p:extLst>
      <p:ext uri="{BB962C8B-B14F-4D97-AF65-F5344CB8AC3E}">
        <p14:creationId xmlns:p14="http://schemas.microsoft.com/office/powerpoint/2010/main" val="3884696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EAE47-1056-A377-3C23-FB18C09FC5D5}"/>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BF289747-7675-C459-495D-1B29C3DA217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a:extLst>
              <a:ext uri="{FF2B5EF4-FFF2-40B4-BE49-F238E27FC236}">
                <a16:creationId xmlns:a16="http://schemas.microsoft.com/office/drawing/2014/main" id="{1B61F9DA-1439-202E-D45F-9DBD9858721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7B052EB2-4095-B4C9-EB2C-846059B17D50}"/>
              </a:ext>
            </a:extLst>
          </p:cNvPr>
          <p:cNvSpPr>
            <a:spLocks noGrp="1"/>
          </p:cNvSpPr>
          <p:nvPr>
            <p:ph type="dt" sz="half" idx="10"/>
          </p:nvPr>
        </p:nvSpPr>
        <p:spPr/>
        <p:txBody>
          <a:bodyPr/>
          <a:lstStyle/>
          <a:p>
            <a:fld id="{D5424D25-9FF7-4AA4-9297-CC6B0A2A1328}" type="datetimeFigureOut">
              <a:rPr lang="en-US" smtClean="0"/>
              <a:t>4/8/2025</a:t>
            </a:fld>
            <a:endParaRPr lang="en-US"/>
          </a:p>
        </p:txBody>
      </p:sp>
      <p:sp>
        <p:nvSpPr>
          <p:cNvPr id="6" name="页脚占位符 5">
            <a:extLst>
              <a:ext uri="{FF2B5EF4-FFF2-40B4-BE49-F238E27FC236}">
                <a16:creationId xmlns:a16="http://schemas.microsoft.com/office/drawing/2014/main" id="{DDA92496-A9C0-4053-5C2B-8516B24C7014}"/>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1615BCF0-D0CC-FB34-4BCE-2F6B4EA61DC4}"/>
              </a:ext>
            </a:extLst>
          </p:cNvPr>
          <p:cNvSpPr>
            <a:spLocks noGrp="1"/>
          </p:cNvSpPr>
          <p:nvPr>
            <p:ph type="sldNum" sz="quarter" idx="12"/>
          </p:nvPr>
        </p:nvSpPr>
        <p:spPr/>
        <p:txBody>
          <a:bodyPr/>
          <a:lstStyle/>
          <a:p>
            <a:fld id="{45F2BE7A-E809-4BC5-BF24-CCBCD909EDF1}" type="slidenum">
              <a:rPr lang="en-US" smtClean="0"/>
              <a:t>‹#›</a:t>
            </a:fld>
            <a:endParaRPr lang="en-US"/>
          </a:p>
        </p:txBody>
      </p:sp>
    </p:spTree>
    <p:extLst>
      <p:ext uri="{BB962C8B-B14F-4D97-AF65-F5344CB8AC3E}">
        <p14:creationId xmlns:p14="http://schemas.microsoft.com/office/powerpoint/2010/main" val="375403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59D410-173E-1007-4B33-BCDF0F313B6D}"/>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20EF7444-24FE-4B8B-0D8F-BC7CE9AED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20871FC-70E7-B760-3B1E-89DC1775AA2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a:extLst>
              <a:ext uri="{FF2B5EF4-FFF2-40B4-BE49-F238E27FC236}">
                <a16:creationId xmlns:a16="http://schemas.microsoft.com/office/drawing/2014/main" id="{6B2C1687-28CB-3FD2-31A0-414549CB73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9F4BAA9-08F1-FBA2-E22C-179E914C992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a:extLst>
              <a:ext uri="{FF2B5EF4-FFF2-40B4-BE49-F238E27FC236}">
                <a16:creationId xmlns:a16="http://schemas.microsoft.com/office/drawing/2014/main" id="{FE52C56D-051D-099F-8FC8-CB1C2163579D}"/>
              </a:ext>
            </a:extLst>
          </p:cNvPr>
          <p:cNvSpPr>
            <a:spLocks noGrp="1"/>
          </p:cNvSpPr>
          <p:nvPr>
            <p:ph type="dt" sz="half" idx="10"/>
          </p:nvPr>
        </p:nvSpPr>
        <p:spPr/>
        <p:txBody>
          <a:bodyPr/>
          <a:lstStyle/>
          <a:p>
            <a:fld id="{D5424D25-9FF7-4AA4-9297-CC6B0A2A1328}" type="datetimeFigureOut">
              <a:rPr lang="en-US" smtClean="0"/>
              <a:t>4/8/2025</a:t>
            </a:fld>
            <a:endParaRPr lang="en-US"/>
          </a:p>
        </p:txBody>
      </p:sp>
      <p:sp>
        <p:nvSpPr>
          <p:cNvPr id="8" name="页脚占位符 7">
            <a:extLst>
              <a:ext uri="{FF2B5EF4-FFF2-40B4-BE49-F238E27FC236}">
                <a16:creationId xmlns:a16="http://schemas.microsoft.com/office/drawing/2014/main" id="{AC7C3371-6BA3-E93E-D9E7-A5EE86EF19D2}"/>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4CBCB21F-7017-294B-3069-D664E0125F76}"/>
              </a:ext>
            </a:extLst>
          </p:cNvPr>
          <p:cNvSpPr>
            <a:spLocks noGrp="1"/>
          </p:cNvSpPr>
          <p:nvPr>
            <p:ph type="sldNum" sz="quarter" idx="12"/>
          </p:nvPr>
        </p:nvSpPr>
        <p:spPr/>
        <p:txBody>
          <a:bodyPr/>
          <a:lstStyle/>
          <a:p>
            <a:fld id="{45F2BE7A-E809-4BC5-BF24-CCBCD909EDF1}" type="slidenum">
              <a:rPr lang="en-US" smtClean="0"/>
              <a:t>‹#›</a:t>
            </a:fld>
            <a:endParaRPr lang="en-US"/>
          </a:p>
        </p:txBody>
      </p:sp>
    </p:spTree>
    <p:extLst>
      <p:ext uri="{BB962C8B-B14F-4D97-AF65-F5344CB8AC3E}">
        <p14:creationId xmlns:p14="http://schemas.microsoft.com/office/powerpoint/2010/main" val="3046332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CDFF96-C4A4-C56F-83B4-8F6631244E1E}"/>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CC779276-7DD7-AA86-FA89-638E94CBDE29}"/>
              </a:ext>
            </a:extLst>
          </p:cNvPr>
          <p:cNvSpPr>
            <a:spLocks noGrp="1"/>
          </p:cNvSpPr>
          <p:nvPr>
            <p:ph type="dt" sz="half" idx="10"/>
          </p:nvPr>
        </p:nvSpPr>
        <p:spPr/>
        <p:txBody>
          <a:bodyPr/>
          <a:lstStyle/>
          <a:p>
            <a:fld id="{D5424D25-9FF7-4AA4-9297-CC6B0A2A1328}" type="datetimeFigureOut">
              <a:rPr lang="en-US" smtClean="0"/>
              <a:t>4/8/2025</a:t>
            </a:fld>
            <a:endParaRPr lang="en-US"/>
          </a:p>
        </p:txBody>
      </p:sp>
      <p:sp>
        <p:nvSpPr>
          <p:cNvPr id="4" name="页脚占位符 3">
            <a:extLst>
              <a:ext uri="{FF2B5EF4-FFF2-40B4-BE49-F238E27FC236}">
                <a16:creationId xmlns:a16="http://schemas.microsoft.com/office/drawing/2014/main" id="{C80E1972-2780-FD2B-56B0-CF8163A47AE7}"/>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ADC90B7B-43D6-EA3D-139D-1B071AF6C668}"/>
              </a:ext>
            </a:extLst>
          </p:cNvPr>
          <p:cNvSpPr>
            <a:spLocks noGrp="1"/>
          </p:cNvSpPr>
          <p:nvPr>
            <p:ph type="sldNum" sz="quarter" idx="12"/>
          </p:nvPr>
        </p:nvSpPr>
        <p:spPr/>
        <p:txBody>
          <a:bodyPr/>
          <a:lstStyle/>
          <a:p>
            <a:fld id="{45F2BE7A-E809-4BC5-BF24-CCBCD909EDF1}" type="slidenum">
              <a:rPr lang="en-US" smtClean="0"/>
              <a:t>‹#›</a:t>
            </a:fld>
            <a:endParaRPr lang="en-US"/>
          </a:p>
        </p:txBody>
      </p:sp>
    </p:spTree>
    <p:extLst>
      <p:ext uri="{BB962C8B-B14F-4D97-AF65-F5344CB8AC3E}">
        <p14:creationId xmlns:p14="http://schemas.microsoft.com/office/powerpoint/2010/main" val="248658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77551BA-82EE-717F-2321-3DEF06C6ABBA}"/>
              </a:ext>
            </a:extLst>
          </p:cNvPr>
          <p:cNvSpPr>
            <a:spLocks noGrp="1"/>
          </p:cNvSpPr>
          <p:nvPr>
            <p:ph type="dt" sz="half" idx="10"/>
          </p:nvPr>
        </p:nvSpPr>
        <p:spPr/>
        <p:txBody>
          <a:bodyPr/>
          <a:lstStyle/>
          <a:p>
            <a:fld id="{D5424D25-9FF7-4AA4-9297-CC6B0A2A1328}" type="datetimeFigureOut">
              <a:rPr lang="en-US" smtClean="0"/>
              <a:t>4/8/2025</a:t>
            </a:fld>
            <a:endParaRPr lang="en-US"/>
          </a:p>
        </p:txBody>
      </p:sp>
      <p:sp>
        <p:nvSpPr>
          <p:cNvPr id="3" name="页脚占位符 2">
            <a:extLst>
              <a:ext uri="{FF2B5EF4-FFF2-40B4-BE49-F238E27FC236}">
                <a16:creationId xmlns:a16="http://schemas.microsoft.com/office/drawing/2014/main" id="{209FF460-F092-DAEE-99E9-D87D04DF74A4}"/>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155B653C-2011-1D37-314C-EB2C1B3172FF}"/>
              </a:ext>
            </a:extLst>
          </p:cNvPr>
          <p:cNvSpPr>
            <a:spLocks noGrp="1"/>
          </p:cNvSpPr>
          <p:nvPr>
            <p:ph type="sldNum" sz="quarter" idx="12"/>
          </p:nvPr>
        </p:nvSpPr>
        <p:spPr/>
        <p:txBody>
          <a:bodyPr/>
          <a:lstStyle/>
          <a:p>
            <a:fld id="{45F2BE7A-E809-4BC5-BF24-CCBCD909EDF1}" type="slidenum">
              <a:rPr lang="en-US" smtClean="0"/>
              <a:t>‹#›</a:t>
            </a:fld>
            <a:endParaRPr lang="en-US"/>
          </a:p>
        </p:txBody>
      </p:sp>
    </p:spTree>
    <p:extLst>
      <p:ext uri="{BB962C8B-B14F-4D97-AF65-F5344CB8AC3E}">
        <p14:creationId xmlns:p14="http://schemas.microsoft.com/office/powerpoint/2010/main" val="404181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1F9BC4-B978-F659-0278-1E7692B79D6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BD4C46DB-706C-C9FC-7E71-A074C149CE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a:extLst>
              <a:ext uri="{FF2B5EF4-FFF2-40B4-BE49-F238E27FC236}">
                <a16:creationId xmlns:a16="http://schemas.microsoft.com/office/drawing/2014/main" id="{2959445C-8B48-25F1-0E81-FB2085672B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7A1E745-0C93-D19B-09F5-BBF1A77A7F81}"/>
              </a:ext>
            </a:extLst>
          </p:cNvPr>
          <p:cNvSpPr>
            <a:spLocks noGrp="1"/>
          </p:cNvSpPr>
          <p:nvPr>
            <p:ph type="dt" sz="half" idx="10"/>
          </p:nvPr>
        </p:nvSpPr>
        <p:spPr/>
        <p:txBody>
          <a:bodyPr/>
          <a:lstStyle/>
          <a:p>
            <a:fld id="{D5424D25-9FF7-4AA4-9297-CC6B0A2A1328}" type="datetimeFigureOut">
              <a:rPr lang="en-US" smtClean="0"/>
              <a:t>4/8/2025</a:t>
            </a:fld>
            <a:endParaRPr lang="en-US"/>
          </a:p>
        </p:txBody>
      </p:sp>
      <p:sp>
        <p:nvSpPr>
          <p:cNvPr id="6" name="页脚占位符 5">
            <a:extLst>
              <a:ext uri="{FF2B5EF4-FFF2-40B4-BE49-F238E27FC236}">
                <a16:creationId xmlns:a16="http://schemas.microsoft.com/office/drawing/2014/main" id="{132597C7-27D7-8CF4-8C58-0D33FC7D116E}"/>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038547DF-B83D-6FD6-6F6A-E57C8610B248}"/>
              </a:ext>
            </a:extLst>
          </p:cNvPr>
          <p:cNvSpPr>
            <a:spLocks noGrp="1"/>
          </p:cNvSpPr>
          <p:nvPr>
            <p:ph type="sldNum" sz="quarter" idx="12"/>
          </p:nvPr>
        </p:nvSpPr>
        <p:spPr/>
        <p:txBody>
          <a:bodyPr/>
          <a:lstStyle/>
          <a:p>
            <a:fld id="{45F2BE7A-E809-4BC5-BF24-CCBCD909EDF1}" type="slidenum">
              <a:rPr lang="en-US" smtClean="0"/>
              <a:t>‹#›</a:t>
            </a:fld>
            <a:endParaRPr lang="en-US"/>
          </a:p>
        </p:txBody>
      </p:sp>
    </p:spTree>
    <p:extLst>
      <p:ext uri="{BB962C8B-B14F-4D97-AF65-F5344CB8AC3E}">
        <p14:creationId xmlns:p14="http://schemas.microsoft.com/office/powerpoint/2010/main" val="3152461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052180-C38A-17FF-3321-B91ED24FD98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4DFAC4B1-5418-A11A-F5D9-DBC536393D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7628A559-DB07-ADD9-6675-3D8A3BD3E5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885E385-787D-A405-006E-6731BC7F2274}"/>
              </a:ext>
            </a:extLst>
          </p:cNvPr>
          <p:cNvSpPr>
            <a:spLocks noGrp="1"/>
          </p:cNvSpPr>
          <p:nvPr>
            <p:ph type="dt" sz="half" idx="10"/>
          </p:nvPr>
        </p:nvSpPr>
        <p:spPr/>
        <p:txBody>
          <a:bodyPr/>
          <a:lstStyle/>
          <a:p>
            <a:fld id="{D5424D25-9FF7-4AA4-9297-CC6B0A2A1328}" type="datetimeFigureOut">
              <a:rPr lang="en-US" smtClean="0"/>
              <a:t>4/8/2025</a:t>
            </a:fld>
            <a:endParaRPr lang="en-US"/>
          </a:p>
        </p:txBody>
      </p:sp>
      <p:sp>
        <p:nvSpPr>
          <p:cNvPr id="6" name="页脚占位符 5">
            <a:extLst>
              <a:ext uri="{FF2B5EF4-FFF2-40B4-BE49-F238E27FC236}">
                <a16:creationId xmlns:a16="http://schemas.microsoft.com/office/drawing/2014/main" id="{CB45AF13-943E-857D-FFEC-B8D6101F2D79}"/>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BB3696AE-A61A-B9F1-CFBE-FC36EFF72E7F}"/>
              </a:ext>
            </a:extLst>
          </p:cNvPr>
          <p:cNvSpPr>
            <a:spLocks noGrp="1"/>
          </p:cNvSpPr>
          <p:nvPr>
            <p:ph type="sldNum" sz="quarter" idx="12"/>
          </p:nvPr>
        </p:nvSpPr>
        <p:spPr/>
        <p:txBody>
          <a:bodyPr/>
          <a:lstStyle/>
          <a:p>
            <a:fld id="{45F2BE7A-E809-4BC5-BF24-CCBCD909EDF1}" type="slidenum">
              <a:rPr lang="en-US" smtClean="0"/>
              <a:t>‹#›</a:t>
            </a:fld>
            <a:endParaRPr lang="en-US"/>
          </a:p>
        </p:txBody>
      </p:sp>
    </p:spTree>
    <p:extLst>
      <p:ext uri="{BB962C8B-B14F-4D97-AF65-F5344CB8AC3E}">
        <p14:creationId xmlns:p14="http://schemas.microsoft.com/office/powerpoint/2010/main" val="3770489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1721F4-2F37-FD8D-64E9-134F137BF7F4}"/>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BC423F6B-2EC5-85A0-2172-A18CDB44415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53695AB6-AB9D-0131-457B-D55134279F00}"/>
              </a:ext>
            </a:extLst>
          </p:cNvPr>
          <p:cNvSpPr>
            <a:spLocks noGrp="1"/>
          </p:cNvSpPr>
          <p:nvPr>
            <p:ph type="dt" sz="half" idx="10"/>
          </p:nvPr>
        </p:nvSpPr>
        <p:spPr/>
        <p:txBody>
          <a:bodyPr/>
          <a:lstStyle/>
          <a:p>
            <a:fld id="{D5424D25-9FF7-4AA4-9297-CC6B0A2A1328}" type="datetimeFigureOut">
              <a:rPr lang="en-US" smtClean="0"/>
              <a:t>4/8/2025</a:t>
            </a:fld>
            <a:endParaRPr lang="en-US"/>
          </a:p>
        </p:txBody>
      </p:sp>
      <p:sp>
        <p:nvSpPr>
          <p:cNvPr id="5" name="页脚占位符 4">
            <a:extLst>
              <a:ext uri="{FF2B5EF4-FFF2-40B4-BE49-F238E27FC236}">
                <a16:creationId xmlns:a16="http://schemas.microsoft.com/office/drawing/2014/main" id="{8D91C9BF-2889-E278-48E3-FFC93CA274D2}"/>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25A97066-9FB4-FEEB-84B7-BA2EEA931260}"/>
              </a:ext>
            </a:extLst>
          </p:cNvPr>
          <p:cNvSpPr>
            <a:spLocks noGrp="1"/>
          </p:cNvSpPr>
          <p:nvPr>
            <p:ph type="sldNum" sz="quarter" idx="12"/>
          </p:nvPr>
        </p:nvSpPr>
        <p:spPr/>
        <p:txBody>
          <a:bodyPr/>
          <a:lstStyle/>
          <a:p>
            <a:fld id="{45F2BE7A-E809-4BC5-BF24-CCBCD909EDF1}" type="slidenum">
              <a:rPr lang="en-US" smtClean="0"/>
              <a:t>‹#›</a:t>
            </a:fld>
            <a:endParaRPr lang="en-US"/>
          </a:p>
        </p:txBody>
      </p:sp>
    </p:spTree>
    <p:extLst>
      <p:ext uri="{BB962C8B-B14F-4D97-AF65-F5344CB8AC3E}">
        <p14:creationId xmlns:p14="http://schemas.microsoft.com/office/powerpoint/2010/main" val="2303386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9748CC4-D3A5-249E-1986-EA7DB7583B7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B852EBB8-112F-B7CB-EE90-87359B210D0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9AE0AABB-3E9E-FF29-4A82-159987BF5DC1}"/>
              </a:ext>
            </a:extLst>
          </p:cNvPr>
          <p:cNvSpPr>
            <a:spLocks noGrp="1"/>
          </p:cNvSpPr>
          <p:nvPr>
            <p:ph type="dt" sz="half" idx="10"/>
          </p:nvPr>
        </p:nvSpPr>
        <p:spPr/>
        <p:txBody>
          <a:bodyPr/>
          <a:lstStyle/>
          <a:p>
            <a:fld id="{D5424D25-9FF7-4AA4-9297-CC6B0A2A1328}" type="datetimeFigureOut">
              <a:rPr lang="en-US" smtClean="0"/>
              <a:t>4/8/2025</a:t>
            </a:fld>
            <a:endParaRPr lang="en-US"/>
          </a:p>
        </p:txBody>
      </p:sp>
      <p:sp>
        <p:nvSpPr>
          <p:cNvPr id="5" name="页脚占位符 4">
            <a:extLst>
              <a:ext uri="{FF2B5EF4-FFF2-40B4-BE49-F238E27FC236}">
                <a16:creationId xmlns:a16="http://schemas.microsoft.com/office/drawing/2014/main" id="{767A1779-712C-9D3C-024B-AC6470A895F4}"/>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72B0862-AC3D-C11B-F308-0231ABAC607F}"/>
              </a:ext>
            </a:extLst>
          </p:cNvPr>
          <p:cNvSpPr>
            <a:spLocks noGrp="1"/>
          </p:cNvSpPr>
          <p:nvPr>
            <p:ph type="sldNum" sz="quarter" idx="12"/>
          </p:nvPr>
        </p:nvSpPr>
        <p:spPr/>
        <p:txBody>
          <a:bodyPr/>
          <a:lstStyle/>
          <a:p>
            <a:fld id="{45F2BE7A-E809-4BC5-BF24-CCBCD909EDF1}" type="slidenum">
              <a:rPr lang="en-US" smtClean="0"/>
              <a:t>‹#›</a:t>
            </a:fld>
            <a:endParaRPr lang="en-US"/>
          </a:p>
        </p:txBody>
      </p:sp>
    </p:spTree>
    <p:extLst>
      <p:ext uri="{BB962C8B-B14F-4D97-AF65-F5344CB8AC3E}">
        <p14:creationId xmlns:p14="http://schemas.microsoft.com/office/powerpoint/2010/main" val="2686782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A3A98-F65C-54F6-1022-BBE1988F7BF7}"/>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F0F713EA-4DD5-B2D8-F7D9-A584128D16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AE6F676D-9618-482A-00B3-69AEC6C7DDA7}"/>
              </a:ext>
            </a:extLst>
          </p:cNvPr>
          <p:cNvSpPr>
            <a:spLocks noGrp="1"/>
          </p:cNvSpPr>
          <p:nvPr>
            <p:ph type="dt" sz="half" idx="10"/>
          </p:nvPr>
        </p:nvSpPr>
        <p:spPr/>
        <p:txBody>
          <a:bodyPr/>
          <a:lstStyle/>
          <a:p>
            <a:fld id="{F5D15189-732F-466E-B280-677B125596D5}" type="datetime1">
              <a:rPr lang="zh-CN" altLang="en-US" smtClean="0"/>
              <a:t>2025/4/8</a:t>
            </a:fld>
            <a:endParaRPr lang="zh-CN" altLang="en-US"/>
          </a:p>
        </p:txBody>
      </p:sp>
      <p:sp>
        <p:nvSpPr>
          <p:cNvPr id="5" name="Footer Placeholder 4">
            <a:extLst>
              <a:ext uri="{FF2B5EF4-FFF2-40B4-BE49-F238E27FC236}">
                <a16:creationId xmlns:a16="http://schemas.microsoft.com/office/drawing/2014/main" id="{331FF155-9D6D-1C3F-7CD3-606DA6073B4D}"/>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8B98234A-D799-116E-AA68-4304CCF2E0CC}"/>
              </a:ext>
            </a:extLst>
          </p:cNvPr>
          <p:cNvSpPr>
            <a:spLocks noGrp="1"/>
          </p:cNvSpPr>
          <p:nvPr>
            <p:ph type="sldNum" sz="quarter" idx="12"/>
          </p:nvPr>
        </p:nvSpPr>
        <p:spPr/>
        <p:txBody>
          <a:bodyPr/>
          <a:lstStyle/>
          <a:p>
            <a:fld id="{0DC44833-FF63-40C8-B74D-5FD46D27E49F}" type="slidenum">
              <a:rPr lang="zh-CN" altLang="en-US" smtClean="0"/>
              <a:t>‹#›</a:t>
            </a:fld>
            <a:endParaRPr lang="zh-CN" altLang="en-US"/>
          </a:p>
        </p:txBody>
      </p:sp>
    </p:spTree>
    <p:extLst>
      <p:ext uri="{BB962C8B-B14F-4D97-AF65-F5344CB8AC3E}">
        <p14:creationId xmlns:p14="http://schemas.microsoft.com/office/powerpoint/2010/main" val="1174293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DC61C-C7FC-B713-A76E-55C1BEDEA403}"/>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B83EA117-6B3B-E69B-4D8E-9DA29C8309FC}"/>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64ECC8A4-FF4A-3F40-0460-FB8CDB327A35}"/>
              </a:ext>
            </a:extLst>
          </p:cNvPr>
          <p:cNvSpPr>
            <a:spLocks noGrp="1"/>
          </p:cNvSpPr>
          <p:nvPr>
            <p:ph type="dt" sz="half" idx="10"/>
          </p:nvPr>
        </p:nvSpPr>
        <p:spPr/>
        <p:txBody>
          <a:bodyPr/>
          <a:lstStyle/>
          <a:p>
            <a:fld id="{CD6FE0FA-2F72-48A1-97F6-BA8BE31467A8}" type="datetime1">
              <a:rPr lang="zh-CN" altLang="en-US" smtClean="0"/>
              <a:t>2025/4/8</a:t>
            </a:fld>
            <a:endParaRPr lang="zh-CN" altLang="en-US"/>
          </a:p>
        </p:txBody>
      </p:sp>
      <p:sp>
        <p:nvSpPr>
          <p:cNvPr id="5" name="Footer Placeholder 4">
            <a:extLst>
              <a:ext uri="{FF2B5EF4-FFF2-40B4-BE49-F238E27FC236}">
                <a16:creationId xmlns:a16="http://schemas.microsoft.com/office/drawing/2014/main" id="{19C893CB-F930-700A-E1EF-4E9A2F2D5CA3}"/>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22294993-DC9F-2077-7577-82E63C0CCB67}"/>
              </a:ext>
            </a:extLst>
          </p:cNvPr>
          <p:cNvSpPr>
            <a:spLocks noGrp="1"/>
          </p:cNvSpPr>
          <p:nvPr>
            <p:ph type="sldNum" sz="quarter" idx="12"/>
          </p:nvPr>
        </p:nvSpPr>
        <p:spPr/>
        <p:txBody>
          <a:bodyPr/>
          <a:lstStyle/>
          <a:p>
            <a:fld id="{0DC44833-FF63-40C8-B74D-5FD46D27E49F}" type="slidenum">
              <a:rPr lang="zh-CN" altLang="en-US" smtClean="0"/>
              <a:t>‹#›</a:t>
            </a:fld>
            <a:endParaRPr lang="zh-CN" altLang="en-US"/>
          </a:p>
        </p:txBody>
      </p:sp>
    </p:spTree>
    <p:extLst>
      <p:ext uri="{BB962C8B-B14F-4D97-AF65-F5344CB8AC3E}">
        <p14:creationId xmlns:p14="http://schemas.microsoft.com/office/powerpoint/2010/main" val="3697556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3991A-F57B-A2BF-688C-91A306097069}"/>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C2078CD2-2D4C-5596-A5A3-6672C95DA8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C83E1E2F-D3F7-B350-3001-3D8CC1F58855}"/>
              </a:ext>
            </a:extLst>
          </p:cNvPr>
          <p:cNvSpPr>
            <a:spLocks noGrp="1"/>
          </p:cNvSpPr>
          <p:nvPr>
            <p:ph type="dt" sz="half" idx="10"/>
          </p:nvPr>
        </p:nvSpPr>
        <p:spPr/>
        <p:txBody>
          <a:bodyPr/>
          <a:lstStyle/>
          <a:p>
            <a:fld id="{2E50AE34-BEB5-4285-8792-78B5EF3DE36C}" type="datetime1">
              <a:rPr lang="zh-CN" altLang="en-US" smtClean="0"/>
              <a:t>2025/4/8</a:t>
            </a:fld>
            <a:endParaRPr lang="zh-CN" altLang="en-US"/>
          </a:p>
        </p:txBody>
      </p:sp>
      <p:sp>
        <p:nvSpPr>
          <p:cNvPr id="5" name="Footer Placeholder 4">
            <a:extLst>
              <a:ext uri="{FF2B5EF4-FFF2-40B4-BE49-F238E27FC236}">
                <a16:creationId xmlns:a16="http://schemas.microsoft.com/office/drawing/2014/main" id="{811B7237-0AAF-F714-C428-9FA0E217944C}"/>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DB9C0B4F-9D22-5C8F-E4AE-98A76C65B78C}"/>
              </a:ext>
            </a:extLst>
          </p:cNvPr>
          <p:cNvSpPr>
            <a:spLocks noGrp="1"/>
          </p:cNvSpPr>
          <p:nvPr>
            <p:ph type="sldNum" sz="quarter" idx="12"/>
          </p:nvPr>
        </p:nvSpPr>
        <p:spPr/>
        <p:txBody>
          <a:bodyPr/>
          <a:lstStyle/>
          <a:p>
            <a:fld id="{0DC44833-FF63-40C8-B74D-5FD46D27E49F}" type="slidenum">
              <a:rPr lang="zh-CN" altLang="en-US" smtClean="0"/>
              <a:t>‹#›</a:t>
            </a:fld>
            <a:endParaRPr lang="zh-CN" altLang="en-US"/>
          </a:p>
        </p:txBody>
      </p:sp>
    </p:spTree>
    <p:extLst>
      <p:ext uri="{BB962C8B-B14F-4D97-AF65-F5344CB8AC3E}">
        <p14:creationId xmlns:p14="http://schemas.microsoft.com/office/powerpoint/2010/main" val="42636586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E27C7-08DD-29FA-D1A4-97E09C890514}"/>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ED87251D-8CFE-4676-3A2B-11666D0401FB}"/>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06F18B37-1ACB-7117-6D70-46B5585117A9}"/>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040D55FB-02A0-5C5C-ABD6-8F2A13B991C1}"/>
              </a:ext>
            </a:extLst>
          </p:cNvPr>
          <p:cNvSpPr>
            <a:spLocks noGrp="1"/>
          </p:cNvSpPr>
          <p:nvPr>
            <p:ph type="dt" sz="half" idx="10"/>
          </p:nvPr>
        </p:nvSpPr>
        <p:spPr/>
        <p:txBody>
          <a:bodyPr/>
          <a:lstStyle/>
          <a:p>
            <a:fld id="{167A620C-5AB8-49A7-B50D-C995B2E93DDF}" type="datetime1">
              <a:rPr lang="zh-CN" altLang="en-US" smtClean="0"/>
              <a:t>2025/4/8</a:t>
            </a:fld>
            <a:endParaRPr lang="zh-CN" altLang="en-US"/>
          </a:p>
        </p:txBody>
      </p:sp>
      <p:sp>
        <p:nvSpPr>
          <p:cNvPr id="6" name="Footer Placeholder 5">
            <a:extLst>
              <a:ext uri="{FF2B5EF4-FFF2-40B4-BE49-F238E27FC236}">
                <a16:creationId xmlns:a16="http://schemas.microsoft.com/office/drawing/2014/main" id="{806ED3DD-B4FB-A463-555A-D0152ACC389B}"/>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A51B0838-496E-11FD-D789-060C1F3318CF}"/>
              </a:ext>
            </a:extLst>
          </p:cNvPr>
          <p:cNvSpPr>
            <a:spLocks noGrp="1"/>
          </p:cNvSpPr>
          <p:nvPr>
            <p:ph type="sldNum" sz="quarter" idx="12"/>
          </p:nvPr>
        </p:nvSpPr>
        <p:spPr/>
        <p:txBody>
          <a:bodyPr/>
          <a:lstStyle/>
          <a:p>
            <a:fld id="{0DC44833-FF63-40C8-B74D-5FD46D27E49F}" type="slidenum">
              <a:rPr lang="zh-CN" altLang="en-US" smtClean="0"/>
              <a:t>‹#›</a:t>
            </a:fld>
            <a:endParaRPr lang="zh-CN" altLang="en-US"/>
          </a:p>
        </p:txBody>
      </p:sp>
    </p:spTree>
    <p:extLst>
      <p:ext uri="{BB962C8B-B14F-4D97-AF65-F5344CB8AC3E}">
        <p14:creationId xmlns:p14="http://schemas.microsoft.com/office/powerpoint/2010/main" val="25455559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BBC17-302D-C9C1-7804-08796C81020F}"/>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8BFD1DCA-DACB-8957-5AF3-22725A3653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7C2828BE-6C6A-77F7-ECFE-E138D5731101}"/>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FC82B377-D9AB-292C-0FEA-E262A5B044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983E41FE-33C0-3259-4E76-A7ACCB3A5733}"/>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A3BD8A56-1C92-7938-04A9-50F77D6919A5}"/>
              </a:ext>
            </a:extLst>
          </p:cNvPr>
          <p:cNvSpPr>
            <a:spLocks noGrp="1"/>
          </p:cNvSpPr>
          <p:nvPr>
            <p:ph type="dt" sz="half" idx="10"/>
          </p:nvPr>
        </p:nvSpPr>
        <p:spPr/>
        <p:txBody>
          <a:bodyPr/>
          <a:lstStyle/>
          <a:p>
            <a:fld id="{A810DD4F-780C-43D7-ACEB-CF1838DEA890}" type="datetime1">
              <a:rPr lang="zh-CN" altLang="en-US" smtClean="0"/>
              <a:t>2025/4/8</a:t>
            </a:fld>
            <a:endParaRPr lang="zh-CN" altLang="en-US"/>
          </a:p>
        </p:txBody>
      </p:sp>
      <p:sp>
        <p:nvSpPr>
          <p:cNvPr id="8" name="Footer Placeholder 7">
            <a:extLst>
              <a:ext uri="{FF2B5EF4-FFF2-40B4-BE49-F238E27FC236}">
                <a16:creationId xmlns:a16="http://schemas.microsoft.com/office/drawing/2014/main" id="{EA4CD6CC-F86C-A0D7-D6D7-3464DA6CC61E}"/>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AE6CD470-72CB-6292-31AF-046F383C5F17}"/>
              </a:ext>
            </a:extLst>
          </p:cNvPr>
          <p:cNvSpPr>
            <a:spLocks noGrp="1"/>
          </p:cNvSpPr>
          <p:nvPr>
            <p:ph type="sldNum" sz="quarter" idx="12"/>
          </p:nvPr>
        </p:nvSpPr>
        <p:spPr/>
        <p:txBody>
          <a:bodyPr/>
          <a:lstStyle/>
          <a:p>
            <a:fld id="{0DC44833-FF63-40C8-B74D-5FD46D27E49F}" type="slidenum">
              <a:rPr lang="zh-CN" altLang="en-US" smtClean="0"/>
              <a:t>‹#›</a:t>
            </a:fld>
            <a:endParaRPr lang="zh-CN" altLang="en-US"/>
          </a:p>
        </p:txBody>
      </p:sp>
    </p:spTree>
    <p:extLst>
      <p:ext uri="{BB962C8B-B14F-4D97-AF65-F5344CB8AC3E}">
        <p14:creationId xmlns:p14="http://schemas.microsoft.com/office/powerpoint/2010/main" val="30065311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2A41-1D77-7D04-E601-FDEED6862329}"/>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413A251B-AC30-441B-26D4-D028C213554B}"/>
              </a:ext>
            </a:extLst>
          </p:cNvPr>
          <p:cNvSpPr>
            <a:spLocks noGrp="1"/>
          </p:cNvSpPr>
          <p:nvPr>
            <p:ph type="dt" sz="half" idx="10"/>
          </p:nvPr>
        </p:nvSpPr>
        <p:spPr/>
        <p:txBody>
          <a:bodyPr/>
          <a:lstStyle/>
          <a:p>
            <a:fld id="{4047A340-1D13-47CA-A63C-5DD2F116B43A}" type="datetime1">
              <a:rPr lang="zh-CN" altLang="en-US" smtClean="0"/>
              <a:t>2025/4/8</a:t>
            </a:fld>
            <a:endParaRPr lang="zh-CN" altLang="en-US"/>
          </a:p>
        </p:txBody>
      </p:sp>
      <p:sp>
        <p:nvSpPr>
          <p:cNvPr id="4" name="Footer Placeholder 3">
            <a:extLst>
              <a:ext uri="{FF2B5EF4-FFF2-40B4-BE49-F238E27FC236}">
                <a16:creationId xmlns:a16="http://schemas.microsoft.com/office/drawing/2014/main" id="{BF71077B-0EC7-85AB-2B56-DAAD67D6C59E}"/>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45752BDE-A398-39D7-0699-9349A542E068}"/>
              </a:ext>
            </a:extLst>
          </p:cNvPr>
          <p:cNvSpPr>
            <a:spLocks noGrp="1"/>
          </p:cNvSpPr>
          <p:nvPr>
            <p:ph type="sldNum" sz="quarter" idx="12"/>
          </p:nvPr>
        </p:nvSpPr>
        <p:spPr/>
        <p:txBody>
          <a:bodyPr/>
          <a:lstStyle/>
          <a:p>
            <a:fld id="{0DC44833-FF63-40C8-B74D-5FD46D27E49F}" type="slidenum">
              <a:rPr lang="zh-CN" altLang="en-US" smtClean="0"/>
              <a:t>‹#›</a:t>
            </a:fld>
            <a:endParaRPr lang="zh-CN" altLang="en-US"/>
          </a:p>
        </p:txBody>
      </p:sp>
    </p:spTree>
    <p:extLst>
      <p:ext uri="{BB962C8B-B14F-4D97-AF65-F5344CB8AC3E}">
        <p14:creationId xmlns:p14="http://schemas.microsoft.com/office/powerpoint/2010/main" val="27848652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750DF8-E271-6ED8-61B4-23C14B9D170B}"/>
              </a:ext>
            </a:extLst>
          </p:cNvPr>
          <p:cNvSpPr>
            <a:spLocks noGrp="1"/>
          </p:cNvSpPr>
          <p:nvPr>
            <p:ph type="dt" sz="half" idx="10"/>
          </p:nvPr>
        </p:nvSpPr>
        <p:spPr/>
        <p:txBody>
          <a:bodyPr/>
          <a:lstStyle/>
          <a:p>
            <a:fld id="{E2C4BB77-6418-4E4A-93E6-81AA492F5C0E}" type="datetime1">
              <a:rPr lang="zh-CN" altLang="en-US" smtClean="0"/>
              <a:t>2025/4/8</a:t>
            </a:fld>
            <a:endParaRPr lang="zh-CN" altLang="en-US"/>
          </a:p>
        </p:txBody>
      </p:sp>
      <p:sp>
        <p:nvSpPr>
          <p:cNvPr id="3" name="Footer Placeholder 2">
            <a:extLst>
              <a:ext uri="{FF2B5EF4-FFF2-40B4-BE49-F238E27FC236}">
                <a16:creationId xmlns:a16="http://schemas.microsoft.com/office/drawing/2014/main" id="{1D7FE160-A349-F362-EA8B-09D35310C648}"/>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5849AAA6-0575-E75B-47B3-445DE2B421F4}"/>
              </a:ext>
            </a:extLst>
          </p:cNvPr>
          <p:cNvSpPr>
            <a:spLocks noGrp="1"/>
          </p:cNvSpPr>
          <p:nvPr>
            <p:ph type="sldNum" sz="quarter" idx="12"/>
          </p:nvPr>
        </p:nvSpPr>
        <p:spPr/>
        <p:txBody>
          <a:bodyPr/>
          <a:lstStyle/>
          <a:p>
            <a:fld id="{0DC44833-FF63-40C8-B74D-5FD46D27E49F}" type="slidenum">
              <a:rPr lang="zh-CN" altLang="en-US" smtClean="0"/>
              <a:t>‹#›</a:t>
            </a:fld>
            <a:endParaRPr lang="zh-CN" altLang="en-US"/>
          </a:p>
        </p:txBody>
      </p:sp>
    </p:spTree>
    <p:extLst>
      <p:ext uri="{BB962C8B-B14F-4D97-AF65-F5344CB8AC3E}">
        <p14:creationId xmlns:p14="http://schemas.microsoft.com/office/powerpoint/2010/main" val="25967053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D88D-76CF-A506-49B9-D53FB9464886}"/>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8014A8F0-820C-6CF6-D91B-9362117601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F7863A48-B0FC-EC4A-2332-677CE9F34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42EBD7F6-D6F8-9840-A168-9D4F75D594B8}"/>
              </a:ext>
            </a:extLst>
          </p:cNvPr>
          <p:cNvSpPr>
            <a:spLocks noGrp="1"/>
          </p:cNvSpPr>
          <p:nvPr>
            <p:ph type="dt" sz="half" idx="10"/>
          </p:nvPr>
        </p:nvSpPr>
        <p:spPr/>
        <p:txBody>
          <a:bodyPr/>
          <a:lstStyle/>
          <a:p>
            <a:fld id="{DBA35989-7839-445C-B81F-4940AB010D0E}" type="datetime1">
              <a:rPr lang="zh-CN" altLang="en-US" smtClean="0"/>
              <a:t>2025/4/8</a:t>
            </a:fld>
            <a:endParaRPr lang="zh-CN" altLang="en-US"/>
          </a:p>
        </p:txBody>
      </p:sp>
      <p:sp>
        <p:nvSpPr>
          <p:cNvPr id="6" name="Footer Placeholder 5">
            <a:extLst>
              <a:ext uri="{FF2B5EF4-FFF2-40B4-BE49-F238E27FC236}">
                <a16:creationId xmlns:a16="http://schemas.microsoft.com/office/drawing/2014/main" id="{3D245981-D4B3-D514-5B53-A978256D6105}"/>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5B6EF396-4F7B-90A8-97A5-DF98C89E6A3F}"/>
              </a:ext>
            </a:extLst>
          </p:cNvPr>
          <p:cNvSpPr>
            <a:spLocks noGrp="1"/>
          </p:cNvSpPr>
          <p:nvPr>
            <p:ph type="sldNum" sz="quarter" idx="12"/>
          </p:nvPr>
        </p:nvSpPr>
        <p:spPr/>
        <p:txBody>
          <a:bodyPr/>
          <a:lstStyle/>
          <a:p>
            <a:fld id="{0DC44833-FF63-40C8-B74D-5FD46D27E49F}" type="slidenum">
              <a:rPr lang="zh-CN" altLang="en-US" smtClean="0"/>
              <a:t>‹#›</a:t>
            </a:fld>
            <a:endParaRPr lang="zh-CN" altLang="en-US"/>
          </a:p>
        </p:txBody>
      </p:sp>
    </p:spTree>
    <p:extLst>
      <p:ext uri="{BB962C8B-B14F-4D97-AF65-F5344CB8AC3E}">
        <p14:creationId xmlns:p14="http://schemas.microsoft.com/office/powerpoint/2010/main" val="40663965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34164-A4C3-F682-0855-83D2398C7884}"/>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CB6AFBEB-2A74-7591-3274-78798BA975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E6D6CCF0-206D-41D4-34DE-582A3BF2E9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D5F68C33-B6FF-10DC-4F2B-AE79EC1255E0}"/>
              </a:ext>
            </a:extLst>
          </p:cNvPr>
          <p:cNvSpPr>
            <a:spLocks noGrp="1"/>
          </p:cNvSpPr>
          <p:nvPr>
            <p:ph type="dt" sz="half" idx="10"/>
          </p:nvPr>
        </p:nvSpPr>
        <p:spPr/>
        <p:txBody>
          <a:bodyPr/>
          <a:lstStyle/>
          <a:p>
            <a:fld id="{381162BC-0907-460D-9086-A44EF6342221}" type="datetime1">
              <a:rPr lang="zh-CN" altLang="en-US" smtClean="0"/>
              <a:t>2025/4/8</a:t>
            </a:fld>
            <a:endParaRPr lang="zh-CN" altLang="en-US"/>
          </a:p>
        </p:txBody>
      </p:sp>
      <p:sp>
        <p:nvSpPr>
          <p:cNvPr id="6" name="Footer Placeholder 5">
            <a:extLst>
              <a:ext uri="{FF2B5EF4-FFF2-40B4-BE49-F238E27FC236}">
                <a16:creationId xmlns:a16="http://schemas.microsoft.com/office/drawing/2014/main" id="{306F73A0-9429-09DA-9A9A-F29B3EC1653F}"/>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A93EA6FF-5C06-1071-2D49-FD35314E0878}"/>
              </a:ext>
            </a:extLst>
          </p:cNvPr>
          <p:cNvSpPr>
            <a:spLocks noGrp="1"/>
          </p:cNvSpPr>
          <p:nvPr>
            <p:ph type="sldNum" sz="quarter" idx="12"/>
          </p:nvPr>
        </p:nvSpPr>
        <p:spPr/>
        <p:txBody>
          <a:bodyPr/>
          <a:lstStyle/>
          <a:p>
            <a:fld id="{0DC44833-FF63-40C8-B74D-5FD46D27E49F}" type="slidenum">
              <a:rPr lang="zh-CN" altLang="en-US" smtClean="0"/>
              <a:t>‹#›</a:t>
            </a:fld>
            <a:endParaRPr lang="zh-CN" altLang="en-US"/>
          </a:p>
        </p:txBody>
      </p:sp>
    </p:spTree>
    <p:extLst>
      <p:ext uri="{BB962C8B-B14F-4D97-AF65-F5344CB8AC3E}">
        <p14:creationId xmlns:p14="http://schemas.microsoft.com/office/powerpoint/2010/main" val="7071735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63D2-E5D4-225D-6AA2-F0BB0CC83B8D}"/>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D2E40E50-8EF1-F469-11F8-160110E99AAF}"/>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301A055D-9CC9-E5A7-EB76-24CD4619E429}"/>
              </a:ext>
            </a:extLst>
          </p:cNvPr>
          <p:cNvSpPr>
            <a:spLocks noGrp="1"/>
          </p:cNvSpPr>
          <p:nvPr>
            <p:ph type="dt" sz="half" idx="10"/>
          </p:nvPr>
        </p:nvSpPr>
        <p:spPr/>
        <p:txBody>
          <a:bodyPr/>
          <a:lstStyle/>
          <a:p>
            <a:fld id="{94D14C69-C631-4AB0-AC6D-F8F5A6A161FB}" type="datetime1">
              <a:rPr lang="zh-CN" altLang="en-US" smtClean="0"/>
              <a:t>2025/4/8</a:t>
            </a:fld>
            <a:endParaRPr lang="zh-CN" altLang="en-US"/>
          </a:p>
        </p:txBody>
      </p:sp>
      <p:sp>
        <p:nvSpPr>
          <p:cNvPr id="5" name="Footer Placeholder 4">
            <a:extLst>
              <a:ext uri="{FF2B5EF4-FFF2-40B4-BE49-F238E27FC236}">
                <a16:creationId xmlns:a16="http://schemas.microsoft.com/office/drawing/2014/main" id="{AD408D39-FF2C-0380-0D10-E354B78C6135}"/>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5C502D4C-A4F5-282E-A6B8-7335541A3061}"/>
              </a:ext>
            </a:extLst>
          </p:cNvPr>
          <p:cNvSpPr>
            <a:spLocks noGrp="1"/>
          </p:cNvSpPr>
          <p:nvPr>
            <p:ph type="sldNum" sz="quarter" idx="12"/>
          </p:nvPr>
        </p:nvSpPr>
        <p:spPr/>
        <p:txBody>
          <a:bodyPr/>
          <a:lstStyle/>
          <a:p>
            <a:fld id="{0DC44833-FF63-40C8-B74D-5FD46D27E49F}" type="slidenum">
              <a:rPr lang="zh-CN" altLang="en-US" smtClean="0"/>
              <a:t>‹#›</a:t>
            </a:fld>
            <a:endParaRPr lang="zh-CN" altLang="en-US"/>
          </a:p>
        </p:txBody>
      </p:sp>
    </p:spTree>
    <p:extLst>
      <p:ext uri="{BB962C8B-B14F-4D97-AF65-F5344CB8AC3E}">
        <p14:creationId xmlns:p14="http://schemas.microsoft.com/office/powerpoint/2010/main" val="37576555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45AC33-9F48-AA76-0E7F-3F84E7031471}"/>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B9458799-D00E-78DD-8AF0-8E4070A19050}"/>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59913282-2A57-47ED-7313-16590A9AA15E}"/>
              </a:ext>
            </a:extLst>
          </p:cNvPr>
          <p:cNvSpPr>
            <a:spLocks noGrp="1"/>
          </p:cNvSpPr>
          <p:nvPr>
            <p:ph type="dt" sz="half" idx="10"/>
          </p:nvPr>
        </p:nvSpPr>
        <p:spPr/>
        <p:txBody>
          <a:bodyPr/>
          <a:lstStyle/>
          <a:p>
            <a:fld id="{161FF8CE-35E0-4938-8163-2FCA0BF028AC}" type="datetime1">
              <a:rPr lang="zh-CN" altLang="en-US" smtClean="0"/>
              <a:t>2025/4/8</a:t>
            </a:fld>
            <a:endParaRPr lang="zh-CN" altLang="en-US"/>
          </a:p>
        </p:txBody>
      </p:sp>
      <p:sp>
        <p:nvSpPr>
          <p:cNvPr id="5" name="Footer Placeholder 4">
            <a:extLst>
              <a:ext uri="{FF2B5EF4-FFF2-40B4-BE49-F238E27FC236}">
                <a16:creationId xmlns:a16="http://schemas.microsoft.com/office/drawing/2014/main" id="{6D790757-F608-2ED8-004E-13AEEA0D4FB2}"/>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12A51D00-02F1-28C3-90CE-B58844A9139E}"/>
              </a:ext>
            </a:extLst>
          </p:cNvPr>
          <p:cNvSpPr>
            <a:spLocks noGrp="1"/>
          </p:cNvSpPr>
          <p:nvPr>
            <p:ph type="sldNum" sz="quarter" idx="12"/>
          </p:nvPr>
        </p:nvSpPr>
        <p:spPr/>
        <p:txBody>
          <a:bodyPr/>
          <a:lstStyle/>
          <a:p>
            <a:fld id="{0DC44833-FF63-40C8-B74D-5FD46D27E49F}" type="slidenum">
              <a:rPr lang="zh-CN" altLang="en-US" smtClean="0"/>
              <a:t>‹#›</a:t>
            </a:fld>
            <a:endParaRPr lang="zh-CN" altLang="en-US"/>
          </a:p>
        </p:txBody>
      </p:sp>
    </p:spTree>
    <p:extLst>
      <p:ext uri="{BB962C8B-B14F-4D97-AF65-F5344CB8AC3E}">
        <p14:creationId xmlns:p14="http://schemas.microsoft.com/office/powerpoint/2010/main" val="2449710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9F8383C-4934-A2BB-35CC-0573A65BA5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A36F1053-9B66-8B05-0936-5467F6508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8E57F4DC-645D-F80B-1C66-E8446C411F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424D25-9FF7-4AA4-9297-CC6B0A2A1328}" type="datetimeFigureOut">
              <a:rPr lang="en-US" smtClean="0"/>
              <a:t>4/8/2025</a:t>
            </a:fld>
            <a:endParaRPr lang="en-US"/>
          </a:p>
        </p:txBody>
      </p:sp>
      <p:sp>
        <p:nvSpPr>
          <p:cNvPr id="5" name="页脚占位符 4">
            <a:extLst>
              <a:ext uri="{FF2B5EF4-FFF2-40B4-BE49-F238E27FC236}">
                <a16:creationId xmlns:a16="http://schemas.microsoft.com/office/drawing/2014/main" id="{409F0855-8C2B-EC00-7E46-DFF43B2788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8B7236C7-8F4D-9DA7-89A4-E4F5D9E674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F2BE7A-E809-4BC5-BF24-CCBCD909EDF1}" type="slidenum">
              <a:rPr lang="en-US" smtClean="0"/>
              <a:t>‹#›</a:t>
            </a:fld>
            <a:endParaRPr lang="en-US"/>
          </a:p>
        </p:txBody>
      </p:sp>
    </p:spTree>
    <p:extLst>
      <p:ext uri="{BB962C8B-B14F-4D97-AF65-F5344CB8AC3E}">
        <p14:creationId xmlns:p14="http://schemas.microsoft.com/office/powerpoint/2010/main" val="1465828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9F337C-1888-DDD0-142E-1C195D27AB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B20AF47C-0104-D706-BD22-DA6023EB99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EDB48735-EB2F-D23F-C8B3-9AD4A9049D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02A941-7CB3-495C-868C-A6873644AA8C}" type="datetime1">
              <a:rPr lang="zh-CN" altLang="en-US" smtClean="0"/>
              <a:t>2025/4/8</a:t>
            </a:fld>
            <a:endParaRPr lang="zh-CN" altLang="en-US"/>
          </a:p>
        </p:txBody>
      </p:sp>
      <p:sp>
        <p:nvSpPr>
          <p:cNvPr id="5" name="Footer Placeholder 4">
            <a:extLst>
              <a:ext uri="{FF2B5EF4-FFF2-40B4-BE49-F238E27FC236}">
                <a16:creationId xmlns:a16="http://schemas.microsoft.com/office/drawing/2014/main" id="{1218C30C-F682-556A-4543-AF6F5D3262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a:extLst>
              <a:ext uri="{FF2B5EF4-FFF2-40B4-BE49-F238E27FC236}">
                <a16:creationId xmlns:a16="http://schemas.microsoft.com/office/drawing/2014/main" id="{33A2FFD1-243A-901D-B416-75255CC34A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C44833-FF63-40C8-B74D-5FD46D27E49F}" type="slidenum">
              <a:rPr lang="zh-CN" altLang="en-US" smtClean="0"/>
              <a:t>‹#›</a:t>
            </a:fld>
            <a:endParaRPr lang="zh-CN" altLang="en-US"/>
          </a:p>
        </p:txBody>
      </p:sp>
    </p:spTree>
    <p:extLst>
      <p:ext uri="{BB962C8B-B14F-4D97-AF65-F5344CB8AC3E}">
        <p14:creationId xmlns:p14="http://schemas.microsoft.com/office/powerpoint/2010/main" val="3687954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stackoverflow.com/questions/54584029/how-to-determine-port-number-of-arduino-for-pyserial-in-macos" TargetMode="External"/><Relationship Id="rId2" Type="http://schemas.openxmlformats.org/officeDocument/2006/relationships/hyperlink" Target="https://www.mathworks.com/help/supportpkg/arduinoio/ug/find-arduino-port-on-windows-mac-and-linux.html"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14FF49-BF6F-646D-F85A-6496C2CAFDD3}"/>
              </a:ext>
            </a:extLst>
          </p:cNvPr>
          <p:cNvSpPr>
            <a:spLocks noGrp="1"/>
          </p:cNvSpPr>
          <p:nvPr>
            <p:ph type="ctrTitle"/>
          </p:nvPr>
        </p:nvSpPr>
        <p:spPr/>
        <p:txBody>
          <a:bodyPr/>
          <a:lstStyle/>
          <a:p>
            <a:r>
              <a:rPr lang="en-US" altLang="zh-CN" dirty="0"/>
              <a:t>How to Use the Demo Code</a:t>
            </a:r>
            <a:endParaRPr lang="en-US" dirty="0"/>
          </a:p>
        </p:txBody>
      </p:sp>
      <p:sp>
        <p:nvSpPr>
          <p:cNvPr id="3" name="副标题 2">
            <a:extLst>
              <a:ext uri="{FF2B5EF4-FFF2-40B4-BE49-F238E27FC236}">
                <a16:creationId xmlns:a16="http://schemas.microsoft.com/office/drawing/2014/main" id="{542170DC-44F5-C88D-5824-BD5C27D29260}"/>
              </a:ext>
            </a:extLst>
          </p:cNvPr>
          <p:cNvSpPr>
            <a:spLocks noGrp="1"/>
          </p:cNvSpPr>
          <p:nvPr>
            <p:ph type="subTitle" idx="1"/>
          </p:nvPr>
        </p:nvSpPr>
        <p:spPr/>
        <p:txBody>
          <a:bodyPr/>
          <a:lstStyle/>
          <a:p>
            <a:r>
              <a:rPr lang="en-US" dirty="0"/>
              <a:t>3</a:t>
            </a:r>
            <a:r>
              <a:rPr lang="en-US" altLang="zh-CN" dirty="0"/>
              <a:t>D Print Gripper Project</a:t>
            </a:r>
            <a:endParaRPr lang="en-US" dirty="0"/>
          </a:p>
        </p:txBody>
      </p:sp>
    </p:spTree>
    <p:extLst>
      <p:ext uri="{BB962C8B-B14F-4D97-AF65-F5344CB8AC3E}">
        <p14:creationId xmlns:p14="http://schemas.microsoft.com/office/powerpoint/2010/main" val="716292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1BC8-082E-1E14-51A3-74B16779D510}"/>
              </a:ext>
            </a:extLst>
          </p:cNvPr>
          <p:cNvSpPr>
            <a:spLocks noGrp="1"/>
          </p:cNvSpPr>
          <p:nvPr>
            <p:ph type="title"/>
          </p:nvPr>
        </p:nvSpPr>
        <p:spPr/>
        <p:txBody>
          <a:bodyPr/>
          <a:lstStyle/>
          <a:p>
            <a:r>
              <a:rPr lang="en-US" altLang="zh-CN" dirty="0"/>
              <a:t>Purpose of the GUI Development</a:t>
            </a:r>
            <a:endParaRPr lang="en-US" dirty="0"/>
          </a:p>
        </p:txBody>
      </p:sp>
      <p:sp>
        <p:nvSpPr>
          <p:cNvPr id="3" name="Content Placeholder 2">
            <a:extLst>
              <a:ext uri="{FF2B5EF4-FFF2-40B4-BE49-F238E27FC236}">
                <a16:creationId xmlns:a16="http://schemas.microsoft.com/office/drawing/2014/main" id="{E771D9FF-8B72-0D44-0B19-F86D0309AE32}"/>
              </a:ext>
            </a:extLst>
          </p:cNvPr>
          <p:cNvSpPr>
            <a:spLocks noGrp="1"/>
          </p:cNvSpPr>
          <p:nvPr>
            <p:ph idx="1"/>
          </p:nvPr>
        </p:nvSpPr>
        <p:spPr/>
        <p:txBody>
          <a:bodyPr>
            <a:normAutofit/>
          </a:bodyPr>
          <a:lstStyle/>
          <a:p>
            <a:r>
              <a:rPr lang="en-US" altLang="zh-CN" sz="4000" dirty="0"/>
              <a:t>Design a Python GUI code</a:t>
            </a:r>
          </a:p>
          <a:p>
            <a:pPr lvl="1"/>
            <a:r>
              <a:rPr lang="en-US" altLang="zh-CN" sz="3600" dirty="0"/>
              <a:t>Control servo via serial port (USB) and Arduino Mega2560</a:t>
            </a:r>
          </a:p>
          <a:p>
            <a:pPr lvl="1"/>
            <a:r>
              <a:rPr lang="en-US" altLang="zh-CN" sz="3600" dirty="0"/>
              <a:t>Utilize a camera to detect hand gestures</a:t>
            </a:r>
          </a:p>
          <a:p>
            <a:pPr lvl="1"/>
            <a:r>
              <a:rPr lang="en-US" altLang="zh-CN" sz="3600" dirty="0"/>
              <a:t>Utilize the detected hand gesture to control the opening and closing of the gripper</a:t>
            </a:r>
            <a:endParaRPr lang="en-US" sz="3600" dirty="0"/>
          </a:p>
        </p:txBody>
      </p:sp>
    </p:spTree>
    <p:extLst>
      <p:ext uri="{BB962C8B-B14F-4D97-AF65-F5344CB8AC3E}">
        <p14:creationId xmlns:p14="http://schemas.microsoft.com/office/powerpoint/2010/main" val="2118944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BC8DBD-E4E8-7061-A1A4-E29DF8E064D4}"/>
              </a:ext>
            </a:extLst>
          </p:cNvPr>
          <p:cNvSpPr>
            <a:spLocks noGrp="1"/>
          </p:cNvSpPr>
          <p:nvPr>
            <p:ph type="title"/>
          </p:nvPr>
        </p:nvSpPr>
        <p:spPr/>
        <p:txBody>
          <a:bodyPr/>
          <a:lstStyle/>
          <a:p>
            <a:r>
              <a:rPr lang="en-US" altLang="zh-CN" dirty="0"/>
              <a:t>What we need to download</a:t>
            </a:r>
            <a:endParaRPr lang="en-US" dirty="0"/>
          </a:p>
        </p:txBody>
      </p:sp>
      <p:sp>
        <p:nvSpPr>
          <p:cNvPr id="3" name="内容占位符 2">
            <a:extLst>
              <a:ext uri="{FF2B5EF4-FFF2-40B4-BE49-F238E27FC236}">
                <a16:creationId xmlns:a16="http://schemas.microsoft.com/office/drawing/2014/main" id="{338C0292-848B-BFF5-B9BA-E4A662C61413}"/>
              </a:ext>
            </a:extLst>
          </p:cNvPr>
          <p:cNvSpPr>
            <a:spLocks noGrp="1"/>
          </p:cNvSpPr>
          <p:nvPr>
            <p:ph idx="1"/>
          </p:nvPr>
        </p:nvSpPr>
        <p:spPr/>
        <p:txBody>
          <a:bodyPr>
            <a:normAutofit/>
          </a:bodyPr>
          <a:lstStyle/>
          <a:p>
            <a:r>
              <a:rPr lang="en-US" altLang="zh-CN" sz="4000" dirty="0"/>
              <a:t>Demo Code</a:t>
            </a:r>
          </a:p>
          <a:p>
            <a:pPr lvl="1"/>
            <a:r>
              <a:rPr lang="en-US" altLang="zh-CN" sz="3600" dirty="0"/>
              <a:t>Python GUI code</a:t>
            </a:r>
          </a:p>
          <a:p>
            <a:pPr lvl="1"/>
            <a:r>
              <a:rPr lang="en-US" altLang="zh-CN" sz="3600" dirty="0"/>
              <a:t>Arduino Code</a:t>
            </a:r>
          </a:p>
          <a:p>
            <a:r>
              <a:rPr lang="en-US" altLang="zh-CN" sz="4000" dirty="0"/>
              <a:t>Python 3(now is 3.11 or 3.12)</a:t>
            </a:r>
          </a:p>
          <a:p>
            <a:r>
              <a:rPr lang="en-US" altLang="zh-CN" sz="4000" dirty="0"/>
              <a:t>Optional</a:t>
            </a:r>
          </a:p>
          <a:p>
            <a:pPr lvl="1"/>
            <a:r>
              <a:rPr lang="en-US" altLang="zh-CN" sz="3600" dirty="0" err="1"/>
              <a:t>VsCode</a:t>
            </a:r>
            <a:endParaRPr lang="en-US" altLang="zh-CN" sz="3600" dirty="0"/>
          </a:p>
          <a:p>
            <a:pPr lvl="2"/>
            <a:r>
              <a:rPr lang="en-US" altLang="zh-CN" sz="3200" dirty="0"/>
              <a:t>Extension: Python Extension Pack(7)</a:t>
            </a:r>
            <a:endParaRPr lang="en-US" sz="3200" dirty="0"/>
          </a:p>
        </p:txBody>
      </p:sp>
    </p:spTree>
    <p:extLst>
      <p:ext uri="{BB962C8B-B14F-4D97-AF65-F5344CB8AC3E}">
        <p14:creationId xmlns:p14="http://schemas.microsoft.com/office/powerpoint/2010/main" val="1281703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7DC0A2-B005-3D71-6D2F-C38001DC558C}"/>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35DB090-93B5-4581-8D71-BB3839684B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0DE92DF-4769-4DE9-93FD-EE312718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19619"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bg2">
              <a:alpha val="50000"/>
            </a:schemeClr>
          </a:solidFill>
          <a:ln w="32707" cap="flat">
            <a:noFill/>
            <a:prstDash val="solid"/>
            <a:miter/>
          </a:ln>
        </p:spPr>
        <p:txBody>
          <a:bodyPr wrap="square" rtlCol="0" anchor="ctr">
            <a:noAutofit/>
          </a:bodyPr>
          <a:lstStyle/>
          <a:p>
            <a:endParaRPr lang="en-US">
              <a:solidFill>
                <a:schemeClr val="tx1"/>
              </a:solidFill>
            </a:endParaRPr>
          </a:p>
        </p:txBody>
      </p:sp>
      <p:sp>
        <p:nvSpPr>
          <p:cNvPr id="2" name="Title 1">
            <a:extLst>
              <a:ext uri="{FF2B5EF4-FFF2-40B4-BE49-F238E27FC236}">
                <a16:creationId xmlns:a16="http://schemas.microsoft.com/office/drawing/2014/main" id="{24C3389C-5182-CF62-8824-A3AA904C6E05}"/>
              </a:ext>
            </a:extLst>
          </p:cNvPr>
          <p:cNvSpPr>
            <a:spLocks noGrp="1"/>
          </p:cNvSpPr>
          <p:nvPr>
            <p:ph type="title"/>
          </p:nvPr>
        </p:nvSpPr>
        <p:spPr>
          <a:xfrm>
            <a:off x="838201" y="643467"/>
            <a:ext cx="3888526" cy="1800526"/>
          </a:xfrm>
        </p:spPr>
        <p:txBody>
          <a:bodyPr>
            <a:normAutofit/>
          </a:bodyPr>
          <a:lstStyle/>
          <a:p>
            <a:r>
              <a:rPr lang="en-US" altLang="zh-CN" dirty="0"/>
              <a:t>Servo Control Demo Code</a:t>
            </a:r>
            <a:endParaRPr lang="zh-CN" altLang="en-US" dirty="0"/>
          </a:p>
        </p:txBody>
      </p:sp>
      <p:sp>
        <p:nvSpPr>
          <p:cNvPr id="3" name="Content Placeholder 2">
            <a:extLst>
              <a:ext uri="{FF2B5EF4-FFF2-40B4-BE49-F238E27FC236}">
                <a16:creationId xmlns:a16="http://schemas.microsoft.com/office/drawing/2014/main" id="{5242B503-E5C4-0200-D513-176B846A8DAB}"/>
              </a:ext>
            </a:extLst>
          </p:cNvPr>
          <p:cNvSpPr>
            <a:spLocks noGrp="1"/>
          </p:cNvSpPr>
          <p:nvPr>
            <p:ph idx="1"/>
          </p:nvPr>
        </p:nvSpPr>
        <p:spPr>
          <a:xfrm>
            <a:off x="838201" y="2623381"/>
            <a:ext cx="3888528" cy="3553581"/>
          </a:xfrm>
        </p:spPr>
        <p:txBody>
          <a:bodyPr>
            <a:normAutofit/>
          </a:bodyPr>
          <a:lstStyle/>
          <a:p>
            <a:r>
              <a:rPr lang="en-US" altLang="zh-CN" dirty="0"/>
              <a:t>Provided via Canvas Announcement</a:t>
            </a:r>
          </a:p>
          <a:p>
            <a:r>
              <a:rPr lang="en-US" altLang="zh-CN" dirty="0"/>
              <a:t>No need to change the Arduino code</a:t>
            </a:r>
          </a:p>
          <a:p>
            <a:r>
              <a:rPr lang="en-US" altLang="zh-CN" dirty="0"/>
              <a:t>Work on the</a:t>
            </a:r>
            <a:r>
              <a:rPr lang="zh-CN" altLang="en-US" dirty="0"/>
              <a:t> </a:t>
            </a:r>
            <a:r>
              <a:rPr lang="en-US" altLang="zh-CN" dirty="0"/>
              <a:t>*.</a:t>
            </a:r>
            <a:r>
              <a:rPr lang="en-US" altLang="zh-CN" dirty="0" err="1"/>
              <a:t>py</a:t>
            </a:r>
            <a:r>
              <a:rPr lang="zh-CN" altLang="en-US" dirty="0"/>
              <a:t> </a:t>
            </a:r>
            <a:r>
              <a:rPr lang="en-US" altLang="zh-CN" dirty="0"/>
              <a:t>code</a:t>
            </a:r>
          </a:p>
          <a:p>
            <a:endParaRPr lang="zh-CN" altLang="en-US" sz="2000" dirty="0"/>
          </a:p>
        </p:txBody>
      </p:sp>
      <p:pic>
        <p:nvPicPr>
          <p:cNvPr id="10" name="Picture 9">
            <a:extLst>
              <a:ext uri="{FF2B5EF4-FFF2-40B4-BE49-F238E27FC236}">
                <a16:creationId xmlns:a16="http://schemas.microsoft.com/office/drawing/2014/main" id="{6054C1A7-5A17-B28A-97E8-8E95C15E9A10}"/>
              </a:ext>
            </a:extLst>
          </p:cNvPr>
          <p:cNvPicPr>
            <a:picLocks noChangeAspect="1"/>
          </p:cNvPicPr>
          <p:nvPr/>
        </p:nvPicPr>
        <p:blipFill>
          <a:blip r:embed="rId2"/>
          <a:stretch>
            <a:fillRect/>
          </a:stretch>
        </p:blipFill>
        <p:spPr>
          <a:xfrm>
            <a:off x="6972564" y="291164"/>
            <a:ext cx="3888526" cy="4061125"/>
          </a:xfrm>
          <a:prstGeom prst="rect">
            <a:avLst/>
          </a:prstGeom>
        </p:spPr>
      </p:pic>
      <p:pic>
        <p:nvPicPr>
          <p:cNvPr id="7" name="Picture 6">
            <a:extLst>
              <a:ext uri="{FF2B5EF4-FFF2-40B4-BE49-F238E27FC236}">
                <a16:creationId xmlns:a16="http://schemas.microsoft.com/office/drawing/2014/main" id="{D85454F2-EB13-2613-77F5-77F230AC6CC0}"/>
              </a:ext>
            </a:extLst>
          </p:cNvPr>
          <p:cNvPicPr>
            <a:picLocks noChangeAspect="1"/>
          </p:cNvPicPr>
          <p:nvPr/>
        </p:nvPicPr>
        <p:blipFill>
          <a:blip r:embed="rId3"/>
          <a:stretch>
            <a:fillRect/>
          </a:stretch>
        </p:blipFill>
        <p:spPr>
          <a:xfrm>
            <a:off x="803572" y="4995756"/>
            <a:ext cx="9980595" cy="1571943"/>
          </a:xfrm>
          <a:prstGeom prst="rect">
            <a:avLst/>
          </a:prstGeom>
        </p:spPr>
      </p:pic>
      <p:sp>
        <p:nvSpPr>
          <p:cNvPr id="4" name="Slide Number Placeholder 3">
            <a:extLst>
              <a:ext uri="{FF2B5EF4-FFF2-40B4-BE49-F238E27FC236}">
                <a16:creationId xmlns:a16="http://schemas.microsoft.com/office/drawing/2014/main" id="{AEAEA0A4-9183-D42E-29F9-2CF2705ECD59}"/>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0DC44833-FF63-40C8-B74D-5FD46D27E49F}" type="slidenum">
              <a:rPr kumimoji="0" lang="zh-CN" altLang="en-US" b="0" i="0" u="none" strike="noStrike" kern="1200" cap="none" spc="0" normalizeH="0" baseline="0" noProof="0" smtClean="0">
                <a:ln>
                  <a:noFill/>
                </a:ln>
                <a:effectLst/>
                <a:uLnTx/>
                <a:uFillTx/>
                <a:latin typeface="等线" panose="020F0502020204030204"/>
                <a:ea typeface="等线" panose="02010600030101010101" pitchFamily="2" charset="-122"/>
                <a:cs typeface="+mn-cs"/>
              </a:rPr>
              <a:pPr marL="0" marR="0" lvl="0" indent="0" defTabSz="914400" rtl="0" eaLnBrk="1" fontAlgn="auto" latinLnBrk="0" hangingPunct="1">
                <a:spcBef>
                  <a:spcPts val="0"/>
                </a:spcBef>
                <a:spcAft>
                  <a:spcPts val="600"/>
                </a:spcAft>
                <a:buClrTx/>
                <a:buSzTx/>
                <a:buFontTx/>
                <a:buNone/>
                <a:tabLst/>
                <a:defRPr/>
              </a:pPr>
              <a:t>4</a:t>
            </a:fld>
            <a:endParaRPr kumimoji="0" lang="zh-CN" altLang="en-US" b="0" i="0" u="none" strike="noStrike" kern="1200" cap="none" spc="0" normalizeH="0" baseline="0" noProof="0">
              <a:ln>
                <a:noFill/>
              </a:ln>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87741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4FA9F2-C910-C40D-30B6-156D5B15798D}"/>
              </a:ext>
            </a:extLst>
          </p:cNvPr>
          <p:cNvSpPr>
            <a:spLocks noGrp="1"/>
          </p:cNvSpPr>
          <p:nvPr>
            <p:ph type="title"/>
          </p:nvPr>
        </p:nvSpPr>
        <p:spPr/>
        <p:txBody>
          <a:bodyPr/>
          <a:lstStyle/>
          <a:p>
            <a:r>
              <a:rPr lang="en-US" dirty="0"/>
              <a:t>Python</a:t>
            </a:r>
          </a:p>
        </p:txBody>
      </p:sp>
      <p:sp>
        <p:nvSpPr>
          <p:cNvPr id="3" name="内容占位符 2">
            <a:extLst>
              <a:ext uri="{FF2B5EF4-FFF2-40B4-BE49-F238E27FC236}">
                <a16:creationId xmlns:a16="http://schemas.microsoft.com/office/drawing/2014/main" id="{CD8F7D68-4263-04DD-B0EB-D7BC9EB3EDC3}"/>
              </a:ext>
            </a:extLst>
          </p:cNvPr>
          <p:cNvSpPr>
            <a:spLocks noGrp="1"/>
          </p:cNvSpPr>
          <p:nvPr>
            <p:ph idx="1"/>
          </p:nvPr>
        </p:nvSpPr>
        <p:spPr/>
        <p:txBody>
          <a:bodyPr>
            <a:normAutofit fontScale="92500" lnSpcReduction="10000"/>
          </a:bodyPr>
          <a:lstStyle/>
          <a:p>
            <a:r>
              <a:rPr lang="en-US" sz="3600" dirty="0"/>
              <a:t>Install Python 3 64bit</a:t>
            </a:r>
          </a:p>
          <a:p>
            <a:r>
              <a:rPr lang="en-US" sz="3600" dirty="0"/>
              <a:t>Open the CMD or Terminal</a:t>
            </a:r>
          </a:p>
          <a:p>
            <a:r>
              <a:rPr lang="en-US" sz="3600" dirty="0"/>
              <a:t>Type </a:t>
            </a:r>
            <a:r>
              <a:rPr lang="en-US" sz="3600" i="1" dirty="0" err="1"/>
              <a:t>py</a:t>
            </a:r>
            <a:r>
              <a:rPr lang="en-US" sz="3600" i="1" dirty="0"/>
              <a:t> -0</a:t>
            </a:r>
          </a:p>
          <a:p>
            <a:r>
              <a:rPr lang="en-US" sz="3600" dirty="0"/>
              <a:t>If (</a:t>
            </a:r>
            <a:r>
              <a:rPr lang="en-US" sz="3600" dirty="0" err="1"/>
              <a:t>Number_of_Python</a:t>
            </a:r>
            <a:r>
              <a:rPr lang="en-US" sz="3600" dirty="0"/>
              <a:t> ==1):</a:t>
            </a:r>
          </a:p>
          <a:p>
            <a:pPr lvl="1"/>
            <a:r>
              <a:rPr lang="en-US" sz="3200" dirty="0"/>
              <a:t>Type(</a:t>
            </a:r>
            <a:r>
              <a:rPr lang="en-US" sz="3200" b="1" dirty="0"/>
              <a:t>pip install pyserial </a:t>
            </a:r>
            <a:r>
              <a:rPr lang="en-US" sz="3200" b="1" dirty="0" err="1"/>
              <a:t>customtkinter</a:t>
            </a:r>
            <a:r>
              <a:rPr lang="en-US" sz="3200" b="1" dirty="0"/>
              <a:t> </a:t>
            </a:r>
            <a:r>
              <a:rPr lang="en-US" sz="3200" b="1" dirty="0" err="1"/>
              <a:t>mediapipe</a:t>
            </a:r>
            <a:r>
              <a:rPr lang="en-US" sz="3200" b="1" dirty="0"/>
              <a:t> </a:t>
            </a:r>
            <a:r>
              <a:rPr lang="en-US" altLang="zh-CN" sz="3200" b="1" dirty="0"/>
              <a:t>opencv-</a:t>
            </a:r>
            <a:r>
              <a:rPr lang="en-US" altLang="zh-CN" sz="3200" b="1" dirty="0" err="1"/>
              <a:t>contrib</a:t>
            </a:r>
            <a:r>
              <a:rPr lang="en-US" altLang="zh-CN" sz="3200" b="1" dirty="0"/>
              <a:t>-python </a:t>
            </a:r>
            <a:r>
              <a:rPr lang="en-US" sz="3200" dirty="0"/>
              <a:t>)</a:t>
            </a:r>
          </a:p>
          <a:p>
            <a:r>
              <a:rPr lang="en-US" sz="3600" dirty="0"/>
              <a:t>Else:</a:t>
            </a:r>
          </a:p>
          <a:p>
            <a:pPr lvl="1"/>
            <a:r>
              <a:rPr lang="en-US" sz="3200" dirty="0"/>
              <a:t>Type</a:t>
            </a:r>
            <a:r>
              <a:rPr lang="en-US" sz="3200" b="1" dirty="0"/>
              <a:t>(pip3 install pyserial </a:t>
            </a:r>
            <a:r>
              <a:rPr lang="en-US" sz="3200" b="1" dirty="0" err="1"/>
              <a:t>customtkinter</a:t>
            </a:r>
            <a:r>
              <a:rPr lang="en-US" sz="3200" b="1" dirty="0"/>
              <a:t> </a:t>
            </a:r>
            <a:r>
              <a:rPr lang="en-US" sz="3200" b="1" dirty="0" err="1"/>
              <a:t>mediapipe</a:t>
            </a:r>
            <a:r>
              <a:rPr lang="en-US" sz="3200" b="1" dirty="0"/>
              <a:t> </a:t>
            </a:r>
            <a:r>
              <a:rPr lang="en-US" altLang="zh-CN" sz="3200" b="1" dirty="0"/>
              <a:t>opencv-</a:t>
            </a:r>
            <a:r>
              <a:rPr lang="en-US" altLang="zh-CN" sz="3200" b="1" dirty="0" err="1"/>
              <a:t>contrib</a:t>
            </a:r>
            <a:r>
              <a:rPr lang="en-US" altLang="zh-CN" sz="3200" b="1" dirty="0"/>
              <a:t>-python </a:t>
            </a:r>
            <a:r>
              <a:rPr lang="en-US" sz="3200" b="1" dirty="0"/>
              <a:t>)</a:t>
            </a:r>
          </a:p>
          <a:p>
            <a:pPr lvl="1"/>
            <a:endParaRPr lang="en-US" dirty="0"/>
          </a:p>
        </p:txBody>
      </p:sp>
    </p:spTree>
    <p:extLst>
      <p:ext uri="{BB962C8B-B14F-4D97-AF65-F5344CB8AC3E}">
        <p14:creationId xmlns:p14="http://schemas.microsoft.com/office/powerpoint/2010/main" val="1765523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6E3B9B-C281-6469-088A-E7F340F2AF26}"/>
              </a:ext>
            </a:extLst>
          </p:cNvPr>
          <p:cNvSpPr>
            <a:spLocks noGrp="1"/>
          </p:cNvSpPr>
          <p:nvPr>
            <p:ph type="title"/>
          </p:nvPr>
        </p:nvSpPr>
        <p:spPr/>
        <p:txBody>
          <a:bodyPr/>
          <a:lstStyle/>
          <a:p>
            <a:r>
              <a:rPr lang="en-US" dirty="0"/>
              <a:t>Arduino Code and Board</a:t>
            </a:r>
          </a:p>
        </p:txBody>
      </p:sp>
      <p:sp>
        <p:nvSpPr>
          <p:cNvPr id="3" name="内容占位符 2">
            <a:extLst>
              <a:ext uri="{FF2B5EF4-FFF2-40B4-BE49-F238E27FC236}">
                <a16:creationId xmlns:a16="http://schemas.microsoft.com/office/drawing/2014/main" id="{4A6F600A-1E75-C53E-C808-B0CE9EF6DE90}"/>
              </a:ext>
            </a:extLst>
          </p:cNvPr>
          <p:cNvSpPr>
            <a:spLocks noGrp="1"/>
          </p:cNvSpPr>
          <p:nvPr>
            <p:ph idx="1"/>
          </p:nvPr>
        </p:nvSpPr>
        <p:spPr/>
        <p:txBody>
          <a:bodyPr>
            <a:normAutofit/>
          </a:bodyPr>
          <a:lstStyle/>
          <a:p>
            <a:r>
              <a:rPr lang="en-US" sz="4000" dirty="0"/>
              <a:t>Connect the Mega2560 to your computer</a:t>
            </a:r>
          </a:p>
          <a:p>
            <a:r>
              <a:rPr lang="en-US" sz="4000" dirty="0"/>
              <a:t>Open Arduino IDE</a:t>
            </a:r>
          </a:p>
          <a:p>
            <a:r>
              <a:rPr lang="en-US" sz="4000" dirty="0"/>
              <a:t>Upload the Arduino code</a:t>
            </a:r>
          </a:p>
          <a:p>
            <a:r>
              <a:rPr lang="en-US" sz="4000" dirty="0">
                <a:solidFill>
                  <a:schemeClr val="accent1"/>
                </a:solidFill>
              </a:rPr>
              <a:t>Check your port number and record it (optional)</a:t>
            </a:r>
          </a:p>
          <a:p>
            <a:pPr lvl="1"/>
            <a:r>
              <a:rPr lang="en-US" sz="3600" dirty="0">
                <a:solidFill>
                  <a:schemeClr val="accent1"/>
                </a:solidFill>
              </a:rPr>
              <a:t>Windows: </a:t>
            </a:r>
            <a:r>
              <a:rPr lang="en-US" sz="3600" b="1" dirty="0" err="1">
                <a:solidFill>
                  <a:schemeClr val="accent1"/>
                </a:solidFill>
              </a:rPr>
              <a:t>COMx</a:t>
            </a:r>
            <a:endParaRPr lang="en-US" sz="3600" b="1" dirty="0">
              <a:solidFill>
                <a:schemeClr val="accent1"/>
              </a:solidFill>
            </a:endParaRPr>
          </a:p>
          <a:p>
            <a:pPr lvl="1"/>
            <a:r>
              <a:rPr lang="en-US" sz="3600" dirty="0">
                <a:solidFill>
                  <a:schemeClr val="accent1"/>
                </a:solidFill>
              </a:rPr>
              <a:t>MacOS: </a:t>
            </a:r>
            <a:r>
              <a:rPr lang="en-US" sz="3600" b="1" dirty="0">
                <a:solidFill>
                  <a:schemeClr val="accent1"/>
                </a:solidFill>
              </a:rPr>
              <a:t>/dev/</a:t>
            </a:r>
            <a:r>
              <a:rPr lang="en-US" sz="3600" b="1" dirty="0" err="1">
                <a:solidFill>
                  <a:schemeClr val="accent1"/>
                </a:solidFill>
              </a:rPr>
              <a:t>cu.usbmodemXXXX</a:t>
            </a:r>
            <a:endParaRPr lang="en-US" sz="3600" b="1" dirty="0">
              <a:solidFill>
                <a:schemeClr val="accent1"/>
              </a:solidFill>
            </a:endParaRPr>
          </a:p>
        </p:txBody>
      </p:sp>
    </p:spTree>
    <p:extLst>
      <p:ext uri="{BB962C8B-B14F-4D97-AF65-F5344CB8AC3E}">
        <p14:creationId xmlns:p14="http://schemas.microsoft.com/office/powerpoint/2010/main" val="433699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BDD73D-369F-E7FE-8909-D68013B748A4}"/>
              </a:ext>
            </a:extLst>
          </p:cNvPr>
          <p:cNvSpPr>
            <a:spLocks noGrp="1"/>
          </p:cNvSpPr>
          <p:nvPr>
            <p:ph type="title"/>
          </p:nvPr>
        </p:nvSpPr>
        <p:spPr/>
        <p:txBody>
          <a:bodyPr/>
          <a:lstStyle/>
          <a:p>
            <a:r>
              <a:rPr lang="en-US" dirty="0"/>
              <a:t>Install </a:t>
            </a:r>
            <a:r>
              <a:rPr lang="en-US" dirty="0" err="1"/>
              <a:t>VsCode</a:t>
            </a:r>
            <a:endParaRPr lang="en-US" dirty="0"/>
          </a:p>
        </p:txBody>
      </p:sp>
      <p:sp>
        <p:nvSpPr>
          <p:cNvPr id="3" name="内容占位符 2">
            <a:extLst>
              <a:ext uri="{FF2B5EF4-FFF2-40B4-BE49-F238E27FC236}">
                <a16:creationId xmlns:a16="http://schemas.microsoft.com/office/drawing/2014/main" id="{2831BB3C-162F-841F-42CF-2EE24C257DDD}"/>
              </a:ext>
            </a:extLst>
          </p:cNvPr>
          <p:cNvSpPr>
            <a:spLocks noGrp="1"/>
          </p:cNvSpPr>
          <p:nvPr>
            <p:ph idx="1"/>
          </p:nvPr>
        </p:nvSpPr>
        <p:spPr/>
        <p:txBody>
          <a:bodyPr/>
          <a:lstStyle/>
          <a:p>
            <a:r>
              <a:rPr lang="en-US" dirty="0"/>
              <a:t>Install Extension</a:t>
            </a:r>
          </a:p>
          <a:p>
            <a:r>
              <a:rPr lang="en-US" dirty="0"/>
              <a:t>Python Extension Pack(7)</a:t>
            </a:r>
          </a:p>
          <a:p>
            <a:endParaRPr lang="en-US" dirty="0"/>
          </a:p>
        </p:txBody>
      </p:sp>
      <p:pic>
        <p:nvPicPr>
          <p:cNvPr id="5" name="图片 4">
            <a:extLst>
              <a:ext uri="{FF2B5EF4-FFF2-40B4-BE49-F238E27FC236}">
                <a16:creationId xmlns:a16="http://schemas.microsoft.com/office/drawing/2014/main" id="{39E1F429-A8B1-BA55-653F-CF4B67443068}"/>
              </a:ext>
            </a:extLst>
          </p:cNvPr>
          <p:cNvPicPr>
            <a:picLocks noChangeAspect="1"/>
          </p:cNvPicPr>
          <p:nvPr/>
        </p:nvPicPr>
        <p:blipFill>
          <a:blip r:embed="rId2"/>
          <a:stretch>
            <a:fillRect/>
          </a:stretch>
        </p:blipFill>
        <p:spPr>
          <a:xfrm>
            <a:off x="838200" y="3115938"/>
            <a:ext cx="10639425" cy="2790825"/>
          </a:xfrm>
          <a:prstGeom prst="rect">
            <a:avLst/>
          </a:prstGeom>
        </p:spPr>
      </p:pic>
    </p:spTree>
    <p:extLst>
      <p:ext uri="{BB962C8B-B14F-4D97-AF65-F5344CB8AC3E}">
        <p14:creationId xmlns:p14="http://schemas.microsoft.com/office/powerpoint/2010/main" val="2758639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E376D4-A2F9-39DB-B379-BBA2712D6C66}"/>
              </a:ext>
            </a:extLst>
          </p:cNvPr>
          <p:cNvSpPr>
            <a:spLocks noGrp="1"/>
          </p:cNvSpPr>
          <p:nvPr>
            <p:ph type="title"/>
          </p:nvPr>
        </p:nvSpPr>
        <p:spPr/>
        <p:txBody>
          <a:bodyPr/>
          <a:lstStyle/>
          <a:p>
            <a:r>
              <a:rPr lang="en-US" dirty="0"/>
              <a:t>Open The xxx.py code in </a:t>
            </a:r>
            <a:r>
              <a:rPr lang="en-US" dirty="0" err="1"/>
              <a:t>VsCode</a:t>
            </a:r>
            <a:endParaRPr lang="en-US" dirty="0"/>
          </a:p>
        </p:txBody>
      </p:sp>
      <p:sp>
        <p:nvSpPr>
          <p:cNvPr id="3" name="内容占位符 2">
            <a:extLst>
              <a:ext uri="{FF2B5EF4-FFF2-40B4-BE49-F238E27FC236}">
                <a16:creationId xmlns:a16="http://schemas.microsoft.com/office/drawing/2014/main" id="{026B5BF0-6518-DD2A-3416-E5B3B7C2527A}"/>
              </a:ext>
            </a:extLst>
          </p:cNvPr>
          <p:cNvSpPr>
            <a:spLocks noGrp="1"/>
          </p:cNvSpPr>
          <p:nvPr>
            <p:ph idx="1"/>
          </p:nvPr>
        </p:nvSpPr>
        <p:spPr/>
        <p:txBody>
          <a:bodyPr/>
          <a:lstStyle/>
          <a:p>
            <a:r>
              <a:rPr lang="en-US" dirty="0"/>
              <a:t>Click a small button in the </a:t>
            </a:r>
            <a:r>
              <a:rPr lang="en-US" dirty="0">
                <a:solidFill>
                  <a:schemeClr val="accent1"/>
                </a:solidFill>
              </a:rPr>
              <a:t>right corner</a:t>
            </a:r>
          </a:p>
          <a:p>
            <a:r>
              <a:rPr lang="en-US" dirty="0"/>
              <a:t>Select </a:t>
            </a:r>
            <a:r>
              <a:rPr lang="en-US" dirty="0">
                <a:solidFill>
                  <a:schemeClr val="accent1"/>
                </a:solidFill>
              </a:rPr>
              <a:t>Python 3.x.x</a:t>
            </a:r>
          </a:p>
          <a:p>
            <a:endParaRPr lang="en-US" dirty="0"/>
          </a:p>
          <a:p>
            <a:endParaRPr lang="en-US" dirty="0"/>
          </a:p>
        </p:txBody>
      </p:sp>
      <p:pic>
        <p:nvPicPr>
          <p:cNvPr id="5" name="Picture 7">
            <a:extLst>
              <a:ext uri="{FF2B5EF4-FFF2-40B4-BE49-F238E27FC236}">
                <a16:creationId xmlns:a16="http://schemas.microsoft.com/office/drawing/2014/main" id="{D26E2522-9EAD-75D2-0127-A50BB4A30126}"/>
              </a:ext>
            </a:extLst>
          </p:cNvPr>
          <p:cNvPicPr>
            <a:picLocks noChangeAspect="1"/>
          </p:cNvPicPr>
          <p:nvPr/>
        </p:nvPicPr>
        <p:blipFill>
          <a:blip r:embed="rId2"/>
          <a:stretch>
            <a:fillRect/>
          </a:stretch>
        </p:blipFill>
        <p:spPr>
          <a:xfrm>
            <a:off x="5049719" y="4685199"/>
            <a:ext cx="5638815" cy="1020225"/>
          </a:xfrm>
          <a:prstGeom prst="rect">
            <a:avLst/>
          </a:prstGeom>
        </p:spPr>
      </p:pic>
      <p:sp>
        <p:nvSpPr>
          <p:cNvPr id="6" name="矩形 5">
            <a:extLst>
              <a:ext uri="{FF2B5EF4-FFF2-40B4-BE49-F238E27FC236}">
                <a16:creationId xmlns:a16="http://schemas.microsoft.com/office/drawing/2014/main" id="{FC4485A3-BEB4-D385-1802-18BFF43ACD96}"/>
              </a:ext>
            </a:extLst>
          </p:cNvPr>
          <p:cNvSpPr/>
          <p:nvPr/>
        </p:nvSpPr>
        <p:spPr>
          <a:xfrm>
            <a:off x="9535886" y="5318449"/>
            <a:ext cx="1334277" cy="503853"/>
          </a:xfrm>
          <a:prstGeom prst="rect">
            <a:avLst/>
          </a:prstGeom>
          <a:noFill/>
          <a:ln w="5715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noFill/>
            </a:endParaRPr>
          </a:p>
        </p:txBody>
      </p:sp>
      <p:pic>
        <p:nvPicPr>
          <p:cNvPr id="7" name="Picture 9">
            <a:extLst>
              <a:ext uri="{FF2B5EF4-FFF2-40B4-BE49-F238E27FC236}">
                <a16:creationId xmlns:a16="http://schemas.microsoft.com/office/drawing/2014/main" id="{49AC6227-F61F-F0E5-A46E-64066F5AB8F3}"/>
              </a:ext>
            </a:extLst>
          </p:cNvPr>
          <p:cNvPicPr>
            <a:picLocks noChangeAspect="1"/>
          </p:cNvPicPr>
          <p:nvPr/>
        </p:nvPicPr>
        <p:blipFill>
          <a:blip r:embed="rId3"/>
          <a:stretch>
            <a:fillRect/>
          </a:stretch>
        </p:blipFill>
        <p:spPr>
          <a:xfrm>
            <a:off x="4966858" y="2521687"/>
            <a:ext cx="6106377" cy="1819529"/>
          </a:xfrm>
          <a:prstGeom prst="rect">
            <a:avLst/>
          </a:prstGeom>
        </p:spPr>
      </p:pic>
    </p:spTree>
    <p:extLst>
      <p:ext uri="{BB962C8B-B14F-4D97-AF65-F5344CB8AC3E}">
        <p14:creationId xmlns:p14="http://schemas.microsoft.com/office/powerpoint/2010/main" val="1713608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072D80-04F3-9A99-4CB6-238DDD4C074C}"/>
              </a:ext>
            </a:extLst>
          </p:cNvPr>
          <p:cNvSpPr>
            <a:spLocks noGrp="1"/>
          </p:cNvSpPr>
          <p:nvPr>
            <p:ph type="title"/>
          </p:nvPr>
        </p:nvSpPr>
        <p:spPr/>
        <p:txBody>
          <a:bodyPr/>
          <a:lstStyle/>
          <a:p>
            <a:r>
              <a:rPr lang="en-US" dirty="0"/>
              <a:t>Now we look at the x.py code</a:t>
            </a:r>
          </a:p>
        </p:txBody>
      </p:sp>
      <p:sp>
        <p:nvSpPr>
          <p:cNvPr id="3" name="内容占位符 2">
            <a:extLst>
              <a:ext uri="{FF2B5EF4-FFF2-40B4-BE49-F238E27FC236}">
                <a16:creationId xmlns:a16="http://schemas.microsoft.com/office/drawing/2014/main" id="{55C01977-2B40-D4AF-AF4F-BD40FF926B45}"/>
              </a:ext>
            </a:extLst>
          </p:cNvPr>
          <p:cNvSpPr>
            <a:spLocks noGrp="1"/>
          </p:cNvSpPr>
          <p:nvPr>
            <p:ph idx="1"/>
          </p:nvPr>
        </p:nvSpPr>
        <p:spPr/>
        <p:txBody>
          <a:bodyPr/>
          <a:lstStyle/>
          <a:p>
            <a:r>
              <a:rPr lang="en-US" dirty="0">
                <a:solidFill>
                  <a:schemeClr val="accent1"/>
                </a:solidFill>
              </a:rPr>
              <a:t>(In the most recent code, the port detection is automatic, so you can skip this step if the auto version works)</a:t>
            </a:r>
          </a:p>
          <a:p>
            <a:r>
              <a:rPr lang="en-US" dirty="0"/>
              <a:t>Find the line of Code</a:t>
            </a:r>
          </a:p>
          <a:p>
            <a:r>
              <a:rPr lang="en-US" dirty="0"/>
              <a:t>Change the port number to your recorded port</a:t>
            </a:r>
          </a:p>
          <a:p>
            <a:r>
              <a:rPr lang="en-US" dirty="0"/>
              <a:t>In the picture, it is “</a:t>
            </a:r>
            <a:r>
              <a:rPr lang="en-US" dirty="0">
                <a:solidFill>
                  <a:schemeClr val="accent2">
                    <a:lumMod val="75000"/>
                  </a:schemeClr>
                </a:solidFill>
              </a:rPr>
              <a:t>COM4</a:t>
            </a:r>
            <a:r>
              <a:rPr lang="en-US" dirty="0"/>
              <a:t>”</a:t>
            </a:r>
          </a:p>
          <a:p>
            <a:endParaRPr lang="en-US" dirty="0"/>
          </a:p>
        </p:txBody>
      </p:sp>
      <p:pic>
        <p:nvPicPr>
          <p:cNvPr id="5" name="图片 4">
            <a:extLst>
              <a:ext uri="{FF2B5EF4-FFF2-40B4-BE49-F238E27FC236}">
                <a16:creationId xmlns:a16="http://schemas.microsoft.com/office/drawing/2014/main" id="{25684A92-C074-1236-7E15-AF7D93EF4C0D}"/>
              </a:ext>
            </a:extLst>
          </p:cNvPr>
          <p:cNvPicPr>
            <a:picLocks noChangeAspect="1"/>
          </p:cNvPicPr>
          <p:nvPr/>
        </p:nvPicPr>
        <p:blipFill>
          <a:blip r:embed="rId2"/>
          <a:stretch>
            <a:fillRect/>
          </a:stretch>
        </p:blipFill>
        <p:spPr>
          <a:xfrm>
            <a:off x="349931" y="4902693"/>
            <a:ext cx="11492138" cy="841561"/>
          </a:xfrm>
          <a:prstGeom prst="rect">
            <a:avLst/>
          </a:prstGeom>
        </p:spPr>
      </p:pic>
    </p:spTree>
    <p:extLst>
      <p:ext uri="{BB962C8B-B14F-4D97-AF65-F5344CB8AC3E}">
        <p14:creationId xmlns:p14="http://schemas.microsoft.com/office/powerpoint/2010/main" val="2457071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EE9BF-14C3-868D-29A3-4845056BD2D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AC5FD0C-10CA-5EC9-3809-244CD5E3BF17}"/>
              </a:ext>
            </a:extLst>
          </p:cNvPr>
          <p:cNvSpPr>
            <a:spLocks noGrp="1"/>
          </p:cNvSpPr>
          <p:nvPr>
            <p:ph type="title"/>
          </p:nvPr>
        </p:nvSpPr>
        <p:spPr/>
        <p:txBody>
          <a:bodyPr>
            <a:normAutofit/>
          </a:bodyPr>
          <a:lstStyle/>
          <a:p>
            <a:r>
              <a:rPr lang="en-US" dirty="0"/>
              <a:t>How to find the Serial ports for Python code on </a:t>
            </a:r>
            <a:r>
              <a:rPr lang="en-US" b="1" dirty="0">
                <a:gradFill flip="none" rotWithShape="1">
                  <a:gsLst>
                    <a:gs pos="0">
                      <a:schemeClr val="accent1">
                        <a:lumMod val="5000"/>
                        <a:lumOff val="95000"/>
                      </a:schemeClr>
                    </a:gs>
                    <a:gs pos="47000">
                      <a:schemeClr val="bg2">
                        <a:lumMod val="50000"/>
                      </a:schemeClr>
                    </a:gs>
                    <a:gs pos="75000">
                      <a:schemeClr val="accent1">
                        <a:lumMod val="45000"/>
                        <a:lumOff val="55000"/>
                      </a:schemeClr>
                    </a:gs>
                    <a:gs pos="100000">
                      <a:schemeClr val="accent1">
                        <a:lumMod val="30000"/>
                        <a:lumOff val="70000"/>
                      </a:schemeClr>
                    </a:gs>
                  </a:gsLst>
                  <a:lin ang="5400000" scaled="1"/>
                  <a:tileRect/>
                </a:gradFill>
              </a:rPr>
              <a:t>Mac OS</a:t>
            </a:r>
          </a:p>
        </p:txBody>
      </p:sp>
      <p:sp>
        <p:nvSpPr>
          <p:cNvPr id="3" name="内容占位符 2">
            <a:extLst>
              <a:ext uri="{FF2B5EF4-FFF2-40B4-BE49-F238E27FC236}">
                <a16:creationId xmlns:a16="http://schemas.microsoft.com/office/drawing/2014/main" id="{6E9DF95F-8E0B-5066-0918-1F3BFC18F958}"/>
              </a:ext>
            </a:extLst>
          </p:cNvPr>
          <p:cNvSpPr>
            <a:spLocks noGrp="1"/>
          </p:cNvSpPr>
          <p:nvPr>
            <p:ph idx="1"/>
          </p:nvPr>
        </p:nvSpPr>
        <p:spPr>
          <a:xfrm>
            <a:off x="838200" y="1825625"/>
            <a:ext cx="5711890" cy="4351338"/>
          </a:xfrm>
        </p:spPr>
        <p:txBody>
          <a:bodyPr>
            <a:normAutofit fontScale="70000" lnSpcReduction="20000"/>
          </a:bodyPr>
          <a:lstStyle/>
          <a:p>
            <a:endParaRPr lang="en-US" dirty="0"/>
          </a:p>
          <a:p>
            <a:r>
              <a:rPr lang="en-US" dirty="0">
                <a:hlinkClick r:id="rId2"/>
              </a:rPr>
              <a:t>https://www.mathworks.com/help/supportpkg/arduinoio/ug/find-arduino-port-on-windows-mac-and-linux.html</a:t>
            </a:r>
            <a:endParaRPr lang="en-US" dirty="0"/>
          </a:p>
          <a:p>
            <a:r>
              <a:rPr lang="en-US" dirty="0">
                <a:hlinkClick r:id="rId3"/>
              </a:rPr>
              <a:t>https://stackoverflow.com/questions/54584029/how-to-determine-port-number-of-arduino-for-pyserial-in-macos</a:t>
            </a:r>
            <a:endParaRPr lang="en-US" dirty="0"/>
          </a:p>
          <a:p>
            <a:r>
              <a:rPr lang="en-US" dirty="0"/>
              <a:t>The name of the ports seems to be </a:t>
            </a:r>
            <a:r>
              <a:rPr lang="en-US" b="1" dirty="0"/>
              <a:t>"usbmodem14201"</a:t>
            </a:r>
          </a:p>
          <a:p>
            <a:r>
              <a:rPr lang="en-US" dirty="0"/>
              <a:t>However, in the Mac OS, the actual full name is </a:t>
            </a:r>
            <a:r>
              <a:rPr lang="en-US" b="1" dirty="0"/>
              <a:t>"/dev/cu.usbmodem14201 ".</a:t>
            </a:r>
          </a:p>
          <a:p>
            <a:endParaRPr lang="en-US" dirty="0"/>
          </a:p>
          <a:p>
            <a:r>
              <a:rPr lang="en-US" dirty="0"/>
              <a:t>Please use the methods to identify the full name of serial ports if your team only has Mac OS computers or as you prefer.(In the IDE of Arduino, you probably could see the full name.)</a:t>
            </a:r>
          </a:p>
          <a:p>
            <a:endParaRPr lang="en-US" dirty="0"/>
          </a:p>
          <a:p>
            <a:endParaRPr lang="en-US" dirty="0"/>
          </a:p>
        </p:txBody>
      </p:sp>
      <p:pic>
        <p:nvPicPr>
          <p:cNvPr id="4" name="图片 3">
            <a:extLst>
              <a:ext uri="{FF2B5EF4-FFF2-40B4-BE49-F238E27FC236}">
                <a16:creationId xmlns:a16="http://schemas.microsoft.com/office/drawing/2014/main" id="{F9174B41-F420-1898-F90E-63F0963734EC}"/>
              </a:ext>
            </a:extLst>
          </p:cNvPr>
          <p:cNvPicPr>
            <a:picLocks noChangeAspect="1"/>
          </p:cNvPicPr>
          <p:nvPr/>
        </p:nvPicPr>
        <p:blipFill rotWithShape="1">
          <a:blip r:embed="rId4"/>
          <a:srcRect r="53316"/>
          <a:stretch/>
        </p:blipFill>
        <p:spPr>
          <a:xfrm>
            <a:off x="7091265" y="2029888"/>
            <a:ext cx="4562669" cy="2798224"/>
          </a:xfrm>
          <a:prstGeom prst="rect">
            <a:avLst/>
          </a:prstGeom>
        </p:spPr>
      </p:pic>
      <p:sp>
        <p:nvSpPr>
          <p:cNvPr id="6" name="灯片编号占位符 5">
            <a:extLst>
              <a:ext uri="{FF2B5EF4-FFF2-40B4-BE49-F238E27FC236}">
                <a16:creationId xmlns:a16="http://schemas.microsoft.com/office/drawing/2014/main" id="{5BC18E0A-0C5E-F1E4-FFC8-F529590947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C44833-FF63-40C8-B74D-5FD46D27E49F}"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92784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E8AFB6-4B34-D327-6B2B-555FDA34C5DA}"/>
              </a:ext>
            </a:extLst>
          </p:cNvPr>
          <p:cNvSpPr>
            <a:spLocks noGrp="1"/>
          </p:cNvSpPr>
          <p:nvPr>
            <p:ph type="title"/>
          </p:nvPr>
        </p:nvSpPr>
        <p:spPr/>
        <p:txBody>
          <a:bodyPr/>
          <a:lstStyle/>
          <a:p>
            <a:r>
              <a:rPr lang="en-US" dirty="0"/>
              <a:t>Click Run</a:t>
            </a:r>
          </a:p>
        </p:txBody>
      </p:sp>
      <p:sp>
        <p:nvSpPr>
          <p:cNvPr id="3" name="内容占位符 2">
            <a:extLst>
              <a:ext uri="{FF2B5EF4-FFF2-40B4-BE49-F238E27FC236}">
                <a16:creationId xmlns:a16="http://schemas.microsoft.com/office/drawing/2014/main" id="{87F8C778-16CF-7940-2A86-695524C32922}"/>
              </a:ext>
            </a:extLst>
          </p:cNvPr>
          <p:cNvSpPr>
            <a:spLocks noGrp="1"/>
          </p:cNvSpPr>
          <p:nvPr>
            <p:ph idx="1"/>
          </p:nvPr>
        </p:nvSpPr>
        <p:spPr/>
        <p:txBody>
          <a:bodyPr/>
          <a:lstStyle/>
          <a:p>
            <a:r>
              <a:rPr lang="en-US" dirty="0"/>
              <a:t>Keep the Mega2560 Connected</a:t>
            </a:r>
          </a:p>
          <a:p>
            <a:r>
              <a:rPr lang="en-US" altLang="zh-CN" sz="3600" dirty="0"/>
              <a:t>How to</a:t>
            </a:r>
            <a:r>
              <a:rPr lang="en-US" sz="3600" dirty="0"/>
              <a:t> connect the Servo</a:t>
            </a:r>
          </a:p>
          <a:p>
            <a:pPr lvl="1"/>
            <a:r>
              <a:rPr lang="en-US" sz="4000" dirty="0">
                <a:solidFill>
                  <a:srgbClr val="FF0000"/>
                </a:solidFill>
              </a:rPr>
              <a:t>Red</a:t>
            </a:r>
            <a:r>
              <a:rPr lang="en-US" sz="4000" dirty="0"/>
              <a:t> to </a:t>
            </a:r>
            <a:r>
              <a:rPr lang="en-US" sz="4000" i="1" dirty="0"/>
              <a:t>5V</a:t>
            </a:r>
          </a:p>
          <a:p>
            <a:pPr lvl="1"/>
            <a:r>
              <a:rPr lang="en-US" sz="4000" b="1" dirty="0">
                <a:solidFill>
                  <a:schemeClr val="tx1">
                    <a:lumMod val="95000"/>
                    <a:lumOff val="5000"/>
                  </a:schemeClr>
                </a:solidFill>
              </a:rPr>
              <a:t>Dark</a:t>
            </a:r>
            <a:r>
              <a:rPr lang="en-US" sz="4000" dirty="0"/>
              <a:t> to </a:t>
            </a:r>
            <a:r>
              <a:rPr lang="en-US" sz="4000" i="1" dirty="0"/>
              <a:t>Ground</a:t>
            </a:r>
          </a:p>
          <a:p>
            <a:pPr lvl="1"/>
            <a:r>
              <a:rPr lang="en-US" sz="4000" dirty="0">
                <a:solidFill>
                  <a:srgbClr val="FFC000"/>
                </a:solidFill>
              </a:rPr>
              <a:t>Yellow</a:t>
            </a:r>
            <a:r>
              <a:rPr lang="en-US" sz="4000" dirty="0"/>
              <a:t> to </a:t>
            </a:r>
            <a:r>
              <a:rPr lang="en-US" sz="4000" i="1" dirty="0"/>
              <a:t>A2</a:t>
            </a:r>
            <a:r>
              <a:rPr lang="en-US" sz="4000" dirty="0"/>
              <a:t>(if you don’t change the Arduino code)</a:t>
            </a:r>
          </a:p>
        </p:txBody>
      </p:sp>
    </p:spTree>
    <p:extLst>
      <p:ext uri="{BB962C8B-B14F-4D97-AF65-F5344CB8AC3E}">
        <p14:creationId xmlns:p14="http://schemas.microsoft.com/office/powerpoint/2010/main" val="308832661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417</Words>
  <Application>Microsoft Office PowerPoint</Application>
  <PresentationFormat>Widescreen</PresentationFormat>
  <Paragraphs>61</Paragraphs>
  <Slides>11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等线</vt:lpstr>
      <vt:lpstr>等线 Light</vt:lpstr>
      <vt:lpstr>Arial</vt:lpstr>
      <vt:lpstr>Calibri</vt:lpstr>
      <vt:lpstr>Calibri Light</vt:lpstr>
      <vt:lpstr>Office 主题​​</vt:lpstr>
      <vt:lpstr>Office Theme</vt:lpstr>
      <vt:lpstr>How to Use the Demo Code</vt:lpstr>
      <vt:lpstr>Purpose of the GUI Development</vt:lpstr>
      <vt:lpstr>What we need to download</vt:lpstr>
      <vt:lpstr>Servo Control Demo Code</vt:lpstr>
      <vt:lpstr>Python</vt:lpstr>
      <vt:lpstr>Arduino Code and Board</vt:lpstr>
      <vt:lpstr>Install VsCode</vt:lpstr>
      <vt:lpstr>Open The xxx.py code in VsCode</vt:lpstr>
      <vt:lpstr>Now we look at the x.py code</vt:lpstr>
      <vt:lpstr>How to find the Serial ports for Python code on Mac OS</vt:lpstr>
      <vt:lpstr>Click Run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the Demo Code</dc:title>
  <dc:creator>羽 尘</dc:creator>
  <cp:lastModifiedBy>羽 尘</cp:lastModifiedBy>
  <cp:revision>10</cp:revision>
  <dcterms:created xsi:type="dcterms:W3CDTF">2024-02-23T23:13:04Z</dcterms:created>
  <dcterms:modified xsi:type="dcterms:W3CDTF">2025-04-08T21:59:07Z</dcterms:modified>
</cp:coreProperties>
</file>